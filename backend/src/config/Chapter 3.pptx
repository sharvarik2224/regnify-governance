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9" r:id="rId22"/>
    <p:sldId id="280" r:id="rId23"/>
    <p:sldId id="281" r:id="rId24"/>
    <p:sldId id="282" r:id="rId25"/>
    <p:sldId id="283" r:id="rId26"/>
    <p:sldId id="284" r:id="rId27"/>
    <p:sldId id="285" r:id="rId28"/>
    <p:sldId id="287" r:id="rId29"/>
    <p:sldId id="286" r:id="rId30"/>
    <p:sldId id="297" r:id="rId31"/>
    <p:sldId id="288" r:id="rId32"/>
    <p:sldId id="289" r:id="rId33"/>
    <p:sldId id="290" r:id="rId34"/>
    <p:sldId id="291" r:id="rId35"/>
    <p:sldId id="292" r:id="rId36"/>
    <p:sldId id="293" r:id="rId37"/>
    <p:sldId id="294" r:id="rId38"/>
    <p:sldId id="276" r:id="rId39"/>
    <p:sldId id="277" r:id="rId40"/>
    <p:sldId id="278" r:id="rId41"/>
    <p:sldId id="295" r:id="rId42"/>
    <p:sldId id="296" r:id="rId43"/>
    <p:sldId id="298" r:id="rId44"/>
    <p:sldId id="299" r:id="rId45"/>
    <p:sldId id="300" r:id="rId46"/>
    <p:sldId id="301" r:id="rId47"/>
    <p:sldId id="302" r:id="rId48"/>
    <p:sldId id="303" r:id="rId49"/>
    <p:sldId id="304"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7A657C-7249-C629-20AE-DF8E31536240}" v="1" dt="2025-04-24T07:26:55.76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5/10/relationships/revisionInfo" Target="revisionInfo.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hanashree Hadsul" userId="S::dhanashree.hadsul@fcrit.ac.in::5263820c-7dfe-4b85-9f4c-b3dd882c9933" providerId="AD" clId="Web-{6C41EE42-12AC-4361-9F66-85EFA4963A26}"/>
    <pc:docChg chg="addSld modSld">
      <pc:chgData name="Dhanashree Hadsul" userId="S::dhanashree.hadsul@fcrit.ac.in::5263820c-7dfe-4b85-9f4c-b3dd882c9933" providerId="AD" clId="Web-{6C41EE42-12AC-4361-9F66-85EFA4963A26}" dt="2024-02-06T17:37:20.003" v="149"/>
      <pc:docMkLst>
        <pc:docMk/>
      </pc:docMkLst>
      <pc:sldChg chg="modSp">
        <pc:chgData name="Dhanashree Hadsul" userId="S::dhanashree.hadsul@fcrit.ac.in::5263820c-7dfe-4b85-9f4c-b3dd882c9933" providerId="AD" clId="Web-{6C41EE42-12AC-4361-9F66-85EFA4963A26}" dt="2024-02-05T16:47:08.650" v="1" actId="20577"/>
        <pc:sldMkLst>
          <pc:docMk/>
          <pc:sldMk cId="109857222" sldId="256"/>
        </pc:sldMkLst>
        <pc:spChg chg="mod">
          <ac:chgData name="Dhanashree Hadsul" userId="S::dhanashree.hadsul@fcrit.ac.in::5263820c-7dfe-4b85-9f4c-b3dd882c9933" providerId="AD" clId="Web-{6C41EE42-12AC-4361-9F66-85EFA4963A26}" dt="2024-02-05T16:47:08.650" v="1" actId="20577"/>
          <ac:spMkLst>
            <pc:docMk/>
            <pc:sldMk cId="109857222" sldId="256"/>
            <ac:spMk id="2" creationId="{00000000-0000-0000-0000-000000000000}"/>
          </ac:spMkLst>
        </pc:spChg>
      </pc:sldChg>
      <pc:sldChg chg="modSp new">
        <pc:chgData name="Dhanashree Hadsul" userId="S::dhanashree.hadsul@fcrit.ac.in::5263820c-7dfe-4b85-9f4c-b3dd882c9933" providerId="AD" clId="Web-{6C41EE42-12AC-4361-9F66-85EFA4963A26}" dt="2024-02-05T16:50:06.782" v="84" actId="20577"/>
        <pc:sldMkLst>
          <pc:docMk/>
          <pc:sldMk cId="528154639" sldId="257"/>
        </pc:sldMkLst>
        <pc:spChg chg="mod">
          <ac:chgData name="Dhanashree Hadsul" userId="S::dhanashree.hadsul@fcrit.ac.in::5263820c-7dfe-4b85-9f4c-b3dd882c9933" providerId="AD" clId="Web-{6C41EE42-12AC-4361-9F66-85EFA4963A26}" dt="2024-02-05T16:50:06.782" v="84" actId="20577"/>
          <ac:spMkLst>
            <pc:docMk/>
            <pc:sldMk cId="528154639" sldId="257"/>
            <ac:spMk id="2" creationId="{B119B5ED-5566-3493-FE96-37D147E29508}"/>
          </ac:spMkLst>
        </pc:spChg>
        <pc:spChg chg="mod">
          <ac:chgData name="Dhanashree Hadsul" userId="S::dhanashree.hadsul@fcrit.ac.in::5263820c-7dfe-4b85-9f4c-b3dd882c9933" providerId="AD" clId="Web-{6C41EE42-12AC-4361-9F66-85EFA4963A26}" dt="2024-02-05T16:49:53.547" v="76" actId="20577"/>
          <ac:spMkLst>
            <pc:docMk/>
            <pc:sldMk cId="528154639" sldId="257"/>
            <ac:spMk id="3" creationId="{C07233C1-0124-80FD-63E2-8C18C9C39311}"/>
          </ac:spMkLst>
        </pc:spChg>
      </pc:sldChg>
      <pc:sldChg chg="modSp new">
        <pc:chgData name="Dhanashree Hadsul" userId="S::dhanashree.hadsul@fcrit.ac.in::5263820c-7dfe-4b85-9f4c-b3dd882c9933" providerId="AD" clId="Web-{6C41EE42-12AC-4361-9F66-85EFA4963A26}" dt="2024-02-05T16:50:20.173" v="87" actId="20577"/>
        <pc:sldMkLst>
          <pc:docMk/>
          <pc:sldMk cId="3953713406" sldId="258"/>
        </pc:sldMkLst>
        <pc:spChg chg="mod">
          <ac:chgData name="Dhanashree Hadsul" userId="S::dhanashree.hadsul@fcrit.ac.in::5263820c-7dfe-4b85-9f4c-b3dd882c9933" providerId="AD" clId="Web-{6C41EE42-12AC-4361-9F66-85EFA4963A26}" dt="2024-02-05T16:50:20.173" v="87" actId="20577"/>
          <ac:spMkLst>
            <pc:docMk/>
            <pc:sldMk cId="3953713406" sldId="258"/>
            <ac:spMk id="2" creationId="{64F1D5FA-7656-07AF-C149-FCFA4D631138}"/>
          </ac:spMkLst>
        </pc:spChg>
        <pc:spChg chg="mod">
          <ac:chgData name="Dhanashree Hadsul" userId="S::dhanashree.hadsul@fcrit.ac.in::5263820c-7dfe-4b85-9f4c-b3dd882c9933" providerId="AD" clId="Web-{6C41EE42-12AC-4361-9F66-85EFA4963A26}" dt="2024-02-05T16:50:02.594" v="82" actId="20577"/>
          <ac:spMkLst>
            <pc:docMk/>
            <pc:sldMk cId="3953713406" sldId="258"/>
            <ac:spMk id="3" creationId="{25220A03-F392-4E5B-17DD-1E9B37F47146}"/>
          </ac:spMkLst>
        </pc:spChg>
      </pc:sldChg>
      <pc:sldChg chg="addSp delSp modSp new modNotes">
        <pc:chgData name="Dhanashree Hadsul" userId="S::dhanashree.hadsul@fcrit.ac.in::5263820c-7dfe-4b85-9f4c-b3dd882c9933" providerId="AD" clId="Web-{6C41EE42-12AC-4361-9F66-85EFA4963A26}" dt="2024-02-05T17:09:07.498" v="107"/>
        <pc:sldMkLst>
          <pc:docMk/>
          <pc:sldMk cId="3678945235" sldId="259"/>
        </pc:sldMkLst>
        <pc:spChg chg="mod">
          <ac:chgData name="Dhanashree Hadsul" userId="S::dhanashree.hadsul@fcrit.ac.in::5263820c-7dfe-4b85-9f4c-b3dd882c9933" providerId="AD" clId="Web-{6C41EE42-12AC-4361-9F66-85EFA4963A26}" dt="2024-02-05T17:06:38.149" v="99" actId="20577"/>
          <ac:spMkLst>
            <pc:docMk/>
            <pc:sldMk cId="3678945235" sldId="259"/>
            <ac:spMk id="2" creationId="{6ADFFD8C-F254-45A6-CD4E-45A01DAB8297}"/>
          </ac:spMkLst>
        </pc:spChg>
        <pc:spChg chg="del">
          <ac:chgData name="Dhanashree Hadsul" userId="S::dhanashree.hadsul@fcrit.ac.in::5263820c-7dfe-4b85-9f4c-b3dd882c9933" providerId="AD" clId="Web-{6C41EE42-12AC-4361-9F66-85EFA4963A26}" dt="2024-02-05T17:06:46.586" v="100"/>
          <ac:spMkLst>
            <pc:docMk/>
            <pc:sldMk cId="3678945235" sldId="259"/>
            <ac:spMk id="3" creationId="{CDBBC06C-78D0-16C5-360A-65246A6A82F5}"/>
          </ac:spMkLst>
        </pc:spChg>
        <pc:picChg chg="add mod ord modCrop">
          <ac:chgData name="Dhanashree Hadsul" userId="S::dhanashree.hadsul@fcrit.ac.in::5263820c-7dfe-4b85-9f4c-b3dd882c9933" providerId="AD" clId="Web-{6C41EE42-12AC-4361-9F66-85EFA4963A26}" dt="2024-02-05T17:07:21.947" v="105" actId="14100"/>
          <ac:picMkLst>
            <pc:docMk/>
            <pc:sldMk cId="3678945235" sldId="259"/>
            <ac:picMk id="4" creationId="{C3256B1F-A5E6-A909-6231-05219894A5BD}"/>
          </ac:picMkLst>
        </pc:picChg>
      </pc:sldChg>
      <pc:sldChg chg="modSp new">
        <pc:chgData name="Dhanashree Hadsul" userId="S::dhanashree.hadsul@fcrit.ac.in::5263820c-7dfe-4b85-9f4c-b3dd882c9933" providerId="AD" clId="Web-{6C41EE42-12AC-4361-9F66-85EFA4963A26}" dt="2024-02-05T17:10:25.282" v="131" actId="1076"/>
        <pc:sldMkLst>
          <pc:docMk/>
          <pc:sldMk cId="2013103039" sldId="260"/>
        </pc:sldMkLst>
        <pc:spChg chg="mod">
          <ac:chgData name="Dhanashree Hadsul" userId="S::dhanashree.hadsul@fcrit.ac.in::5263820c-7dfe-4b85-9f4c-b3dd882c9933" providerId="AD" clId="Web-{6C41EE42-12AC-4361-9F66-85EFA4963A26}" dt="2024-02-05T17:10:25.282" v="131" actId="1076"/>
          <ac:spMkLst>
            <pc:docMk/>
            <pc:sldMk cId="2013103039" sldId="260"/>
            <ac:spMk id="2" creationId="{370D5FDB-5306-5484-05C0-B8C34D75F5BA}"/>
          </ac:spMkLst>
        </pc:spChg>
        <pc:spChg chg="mod">
          <ac:chgData name="Dhanashree Hadsul" userId="S::dhanashree.hadsul@fcrit.ac.in::5263820c-7dfe-4b85-9f4c-b3dd882c9933" providerId="AD" clId="Web-{6C41EE42-12AC-4361-9F66-85EFA4963A26}" dt="2024-02-05T17:10:21.501" v="130" actId="14100"/>
          <ac:spMkLst>
            <pc:docMk/>
            <pc:sldMk cId="2013103039" sldId="260"/>
            <ac:spMk id="3" creationId="{3B32278C-2F71-2528-E15E-48A15E213154}"/>
          </ac:spMkLst>
        </pc:spChg>
      </pc:sldChg>
      <pc:sldChg chg="modSp new">
        <pc:chgData name="Dhanashree Hadsul" userId="S::dhanashree.hadsul@fcrit.ac.in::5263820c-7dfe-4b85-9f4c-b3dd882c9933" providerId="AD" clId="Web-{6C41EE42-12AC-4361-9F66-85EFA4963A26}" dt="2024-02-05T17:14:39.136" v="142" actId="14100"/>
        <pc:sldMkLst>
          <pc:docMk/>
          <pc:sldMk cId="1376978866" sldId="261"/>
        </pc:sldMkLst>
        <pc:spChg chg="mod">
          <ac:chgData name="Dhanashree Hadsul" userId="S::dhanashree.hadsul@fcrit.ac.in::5263820c-7dfe-4b85-9f4c-b3dd882c9933" providerId="AD" clId="Web-{6C41EE42-12AC-4361-9F66-85EFA4963A26}" dt="2024-02-05T17:11:16.769" v="133" actId="20577"/>
          <ac:spMkLst>
            <pc:docMk/>
            <pc:sldMk cId="1376978866" sldId="261"/>
            <ac:spMk id="2" creationId="{E0B7A826-C62C-4A6F-8210-28A581FD1D17}"/>
          </ac:spMkLst>
        </pc:spChg>
        <pc:spChg chg="mod">
          <ac:chgData name="Dhanashree Hadsul" userId="S::dhanashree.hadsul@fcrit.ac.in::5263820c-7dfe-4b85-9f4c-b3dd882c9933" providerId="AD" clId="Web-{6C41EE42-12AC-4361-9F66-85EFA4963A26}" dt="2024-02-05T17:14:39.136" v="142" actId="14100"/>
          <ac:spMkLst>
            <pc:docMk/>
            <pc:sldMk cId="1376978866" sldId="261"/>
            <ac:spMk id="3" creationId="{1E3183AE-9270-7CC8-D3C3-266E850CC0AB}"/>
          </ac:spMkLst>
        </pc:spChg>
      </pc:sldChg>
      <pc:sldChg chg="modSp new">
        <pc:chgData name="Dhanashree Hadsul" userId="S::dhanashree.hadsul@fcrit.ac.in::5263820c-7dfe-4b85-9f4c-b3dd882c9933" providerId="AD" clId="Web-{6C41EE42-12AC-4361-9F66-85EFA4963A26}" dt="2024-02-05T17:16:02.139" v="148" actId="20577"/>
        <pc:sldMkLst>
          <pc:docMk/>
          <pc:sldMk cId="3122275597" sldId="262"/>
        </pc:sldMkLst>
        <pc:spChg chg="mod">
          <ac:chgData name="Dhanashree Hadsul" userId="S::dhanashree.hadsul@fcrit.ac.in::5263820c-7dfe-4b85-9f4c-b3dd882c9933" providerId="AD" clId="Web-{6C41EE42-12AC-4361-9F66-85EFA4963A26}" dt="2024-02-05T17:16:02.139" v="148" actId="20577"/>
          <ac:spMkLst>
            <pc:docMk/>
            <pc:sldMk cId="3122275597" sldId="262"/>
            <ac:spMk id="3" creationId="{036D39F4-E5CD-AF5D-9A4F-FAEFC43F548C}"/>
          </ac:spMkLst>
        </pc:spChg>
      </pc:sldChg>
      <pc:sldChg chg="new">
        <pc:chgData name="Dhanashree Hadsul" userId="S::dhanashree.hadsul@fcrit.ac.in::5263820c-7dfe-4b85-9f4c-b3dd882c9933" providerId="AD" clId="Web-{6C41EE42-12AC-4361-9F66-85EFA4963A26}" dt="2024-02-06T17:37:20.003" v="149"/>
        <pc:sldMkLst>
          <pc:docMk/>
          <pc:sldMk cId="2724513374" sldId="263"/>
        </pc:sldMkLst>
      </pc:sldChg>
    </pc:docChg>
  </pc:docChgLst>
  <pc:docChgLst>
    <pc:chgData name="Dhanashree Hadsul" userId="S::dhanashree.hadsul@fcrit.ac.in::5263820c-7dfe-4b85-9f4c-b3dd882c9933" providerId="AD" clId="Web-{E89C2ADD-7614-300D-7A39-654825B05C40}"/>
    <pc:docChg chg="addSld modSld">
      <pc:chgData name="Dhanashree Hadsul" userId="S::dhanashree.hadsul@fcrit.ac.in::5263820c-7dfe-4b85-9f4c-b3dd882c9933" providerId="AD" clId="Web-{E89C2ADD-7614-300D-7A39-654825B05C40}" dt="2024-02-12T09:26:17.502" v="421" actId="1076"/>
      <pc:docMkLst>
        <pc:docMk/>
      </pc:docMkLst>
      <pc:sldChg chg="modSp">
        <pc:chgData name="Dhanashree Hadsul" userId="S::dhanashree.hadsul@fcrit.ac.in::5263820c-7dfe-4b85-9f4c-b3dd882c9933" providerId="AD" clId="Web-{E89C2ADD-7614-300D-7A39-654825B05C40}" dt="2024-02-12T07:51:08.486" v="348" actId="14100"/>
        <pc:sldMkLst>
          <pc:docMk/>
          <pc:sldMk cId="2578443444" sldId="276"/>
        </pc:sldMkLst>
        <pc:spChg chg="mod">
          <ac:chgData name="Dhanashree Hadsul" userId="S::dhanashree.hadsul@fcrit.ac.in::5263820c-7dfe-4b85-9f4c-b3dd882c9933" providerId="AD" clId="Web-{E89C2ADD-7614-300D-7A39-654825B05C40}" dt="2024-02-12T07:51:08.486" v="348" actId="14100"/>
          <ac:spMkLst>
            <pc:docMk/>
            <pc:sldMk cId="2578443444" sldId="276"/>
            <ac:spMk id="3" creationId="{6F80519D-5DBD-B211-0A0E-0237F7A50B4D}"/>
          </ac:spMkLst>
        </pc:spChg>
      </pc:sldChg>
      <pc:sldChg chg="modSp modNotes">
        <pc:chgData name="Dhanashree Hadsul" userId="S::dhanashree.hadsul@fcrit.ac.in::5263820c-7dfe-4b85-9f4c-b3dd882c9933" providerId="AD" clId="Web-{E89C2ADD-7614-300D-7A39-654825B05C40}" dt="2024-02-12T08:52:42.341" v="400" actId="20577"/>
        <pc:sldMkLst>
          <pc:docMk/>
          <pc:sldMk cId="3646576818" sldId="277"/>
        </pc:sldMkLst>
        <pc:spChg chg="mod">
          <ac:chgData name="Dhanashree Hadsul" userId="S::dhanashree.hadsul@fcrit.ac.in::5263820c-7dfe-4b85-9f4c-b3dd882c9933" providerId="AD" clId="Web-{E89C2ADD-7614-300D-7A39-654825B05C40}" dt="2024-02-12T08:33:30.188" v="385" actId="1076"/>
          <ac:spMkLst>
            <pc:docMk/>
            <pc:sldMk cId="3646576818" sldId="277"/>
            <ac:spMk id="2" creationId="{C267C7D9-9115-2D31-AEA5-D6A2FDD20882}"/>
          </ac:spMkLst>
        </pc:spChg>
        <pc:spChg chg="mod">
          <ac:chgData name="Dhanashree Hadsul" userId="S::dhanashree.hadsul@fcrit.ac.in::5263820c-7dfe-4b85-9f4c-b3dd882c9933" providerId="AD" clId="Web-{E89C2ADD-7614-300D-7A39-654825B05C40}" dt="2024-02-12T08:52:42.341" v="400" actId="20577"/>
          <ac:spMkLst>
            <pc:docMk/>
            <pc:sldMk cId="3646576818" sldId="277"/>
            <ac:spMk id="3" creationId="{D27E345A-EA3A-C79B-1D71-A8BF314B0F83}"/>
          </ac:spMkLst>
        </pc:spChg>
      </pc:sldChg>
      <pc:sldChg chg="modSp">
        <pc:chgData name="Dhanashree Hadsul" userId="S::dhanashree.hadsul@fcrit.ac.in::5263820c-7dfe-4b85-9f4c-b3dd882c9933" providerId="AD" clId="Web-{E89C2ADD-7614-300D-7A39-654825B05C40}" dt="2024-02-12T08:56:39.953" v="409" actId="20577"/>
        <pc:sldMkLst>
          <pc:docMk/>
          <pc:sldMk cId="3820044028" sldId="278"/>
        </pc:sldMkLst>
        <pc:spChg chg="mod">
          <ac:chgData name="Dhanashree Hadsul" userId="S::dhanashree.hadsul@fcrit.ac.in::5263820c-7dfe-4b85-9f4c-b3dd882c9933" providerId="AD" clId="Web-{E89C2ADD-7614-300D-7A39-654825B05C40}" dt="2024-02-12T08:51:08.434" v="387" actId="20577"/>
          <ac:spMkLst>
            <pc:docMk/>
            <pc:sldMk cId="3820044028" sldId="278"/>
            <ac:spMk id="2" creationId="{B899899D-3359-F05A-15AE-9E1CF7C410C3}"/>
          </ac:spMkLst>
        </pc:spChg>
        <pc:spChg chg="mod">
          <ac:chgData name="Dhanashree Hadsul" userId="S::dhanashree.hadsul@fcrit.ac.in::5263820c-7dfe-4b85-9f4c-b3dd882c9933" providerId="AD" clId="Web-{E89C2ADD-7614-300D-7A39-654825B05C40}" dt="2024-02-12T08:56:39.953" v="409" actId="20577"/>
          <ac:spMkLst>
            <pc:docMk/>
            <pc:sldMk cId="3820044028" sldId="278"/>
            <ac:spMk id="3" creationId="{357C3441-BF13-4ABD-0163-1B243AD6E4A5}"/>
          </ac:spMkLst>
        </pc:spChg>
      </pc:sldChg>
      <pc:sldChg chg="modSp">
        <pc:chgData name="Dhanashree Hadsul" userId="S::dhanashree.hadsul@fcrit.ac.in::5263820c-7dfe-4b85-9f4c-b3dd882c9933" providerId="AD" clId="Web-{E89C2ADD-7614-300D-7A39-654825B05C40}" dt="2024-02-12T06:13:23.865" v="85" actId="20577"/>
        <pc:sldMkLst>
          <pc:docMk/>
          <pc:sldMk cId="3710448631" sldId="279"/>
        </pc:sldMkLst>
        <pc:spChg chg="mod">
          <ac:chgData name="Dhanashree Hadsul" userId="S::dhanashree.hadsul@fcrit.ac.in::5263820c-7dfe-4b85-9f4c-b3dd882c9933" providerId="AD" clId="Web-{E89C2ADD-7614-300D-7A39-654825B05C40}" dt="2024-02-12T06:13:23.865" v="85" actId="20577"/>
          <ac:spMkLst>
            <pc:docMk/>
            <pc:sldMk cId="3710448631" sldId="279"/>
            <ac:spMk id="3" creationId="{CEF8294B-AC20-6227-83EE-6E71BF392BC9}"/>
          </ac:spMkLst>
        </pc:spChg>
      </pc:sldChg>
      <pc:sldChg chg="modSp">
        <pc:chgData name="Dhanashree Hadsul" userId="S::dhanashree.hadsul@fcrit.ac.in::5263820c-7dfe-4b85-9f4c-b3dd882c9933" providerId="AD" clId="Web-{E89C2ADD-7614-300D-7A39-654825B05C40}" dt="2024-02-12T05:28:55.927" v="19" actId="14100"/>
        <pc:sldMkLst>
          <pc:docMk/>
          <pc:sldMk cId="768254726" sldId="282"/>
        </pc:sldMkLst>
        <pc:spChg chg="mod">
          <ac:chgData name="Dhanashree Hadsul" userId="S::dhanashree.hadsul@fcrit.ac.in::5263820c-7dfe-4b85-9f4c-b3dd882c9933" providerId="AD" clId="Web-{E89C2ADD-7614-300D-7A39-654825B05C40}" dt="2024-02-12T05:28:55.927" v="19" actId="14100"/>
          <ac:spMkLst>
            <pc:docMk/>
            <pc:sldMk cId="768254726" sldId="282"/>
            <ac:spMk id="3" creationId="{05DBF126-5F98-1E8A-FDDA-BA79F1D858E6}"/>
          </ac:spMkLst>
        </pc:spChg>
      </pc:sldChg>
      <pc:sldChg chg="modSp new">
        <pc:chgData name="Dhanashree Hadsul" userId="S::dhanashree.hadsul@fcrit.ac.in::5263820c-7dfe-4b85-9f4c-b3dd882c9933" providerId="AD" clId="Web-{E89C2ADD-7614-300D-7A39-654825B05C40}" dt="2024-02-12T05:50:47.216" v="45" actId="14100"/>
        <pc:sldMkLst>
          <pc:docMk/>
          <pc:sldMk cId="3831010097" sldId="283"/>
        </pc:sldMkLst>
        <pc:spChg chg="mod">
          <ac:chgData name="Dhanashree Hadsul" userId="S::dhanashree.hadsul@fcrit.ac.in::5263820c-7dfe-4b85-9f4c-b3dd882c9933" providerId="AD" clId="Web-{E89C2ADD-7614-300D-7A39-654825B05C40}" dt="2024-02-12T05:31:43.240" v="21" actId="20577"/>
          <ac:spMkLst>
            <pc:docMk/>
            <pc:sldMk cId="3831010097" sldId="283"/>
            <ac:spMk id="2" creationId="{F3FAFC81-3F4D-1B70-28DC-12F554640B02}"/>
          </ac:spMkLst>
        </pc:spChg>
        <pc:spChg chg="mod">
          <ac:chgData name="Dhanashree Hadsul" userId="S::dhanashree.hadsul@fcrit.ac.in::5263820c-7dfe-4b85-9f4c-b3dd882c9933" providerId="AD" clId="Web-{E89C2ADD-7614-300D-7A39-654825B05C40}" dt="2024-02-12T05:50:47.216" v="45" actId="14100"/>
          <ac:spMkLst>
            <pc:docMk/>
            <pc:sldMk cId="3831010097" sldId="283"/>
            <ac:spMk id="3" creationId="{4660EF33-B055-079C-538E-801D08B2007A}"/>
          </ac:spMkLst>
        </pc:spChg>
      </pc:sldChg>
      <pc:sldChg chg="modSp new">
        <pc:chgData name="Dhanashree Hadsul" userId="S::dhanashree.hadsul@fcrit.ac.in::5263820c-7dfe-4b85-9f4c-b3dd882c9933" providerId="AD" clId="Web-{E89C2ADD-7614-300D-7A39-654825B05C40}" dt="2024-02-12T05:54:00.514" v="52" actId="20577"/>
        <pc:sldMkLst>
          <pc:docMk/>
          <pc:sldMk cId="2756854585" sldId="284"/>
        </pc:sldMkLst>
        <pc:spChg chg="mod">
          <ac:chgData name="Dhanashree Hadsul" userId="S::dhanashree.hadsul@fcrit.ac.in::5263820c-7dfe-4b85-9f4c-b3dd882c9933" providerId="AD" clId="Web-{E89C2ADD-7614-300D-7A39-654825B05C40}" dt="2024-02-12T05:50:26.591" v="33" actId="20577"/>
          <ac:spMkLst>
            <pc:docMk/>
            <pc:sldMk cId="2756854585" sldId="284"/>
            <ac:spMk id="2" creationId="{8D14A8D1-8669-9B88-B13F-3D4A776E8950}"/>
          </ac:spMkLst>
        </pc:spChg>
        <pc:spChg chg="mod">
          <ac:chgData name="Dhanashree Hadsul" userId="S::dhanashree.hadsul@fcrit.ac.in::5263820c-7dfe-4b85-9f4c-b3dd882c9933" providerId="AD" clId="Web-{E89C2ADD-7614-300D-7A39-654825B05C40}" dt="2024-02-12T05:54:00.514" v="52" actId="20577"/>
          <ac:spMkLst>
            <pc:docMk/>
            <pc:sldMk cId="2756854585" sldId="284"/>
            <ac:spMk id="3" creationId="{132554C6-EE36-75BB-5C57-96FFE28603A9}"/>
          </ac:spMkLst>
        </pc:spChg>
      </pc:sldChg>
      <pc:sldChg chg="modSp new modNotes">
        <pc:chgData name="Dhanashree Hadsul" userId="S::dhanashree.hadsul@fcrit.ac.in::5263820c-7dfe-4b85-9f4c-b3dd882c9933" providerId="AD" clId="Web-{E89C2ADD-7614-300D-7A39-654825B05C40}" dt="2024-02-12T06:00:59.329" v="75" actId="14100"/>
        <pc:sldMkLst>
          <pc:docMk/>
          <pc:sldMk cId="102529674" sldId="285"/>
        </pc:sldMkLst>
        <pc:spChg chg="mod">
          <ac:chgData name="Dhanashree Hadsul" userId="S::dhanashree.hadsul@fcrit.ac.in::5263820c-7dfe-4b85-9f4c-b3dd882c9933" providerId="AD" clId="Web-{E89C2ADD-7614-300D-7A39-654825B05C40}" dt="2024-02-12T05:54:03.280" v="54" actId="20577"/>
          <ac:spMkLst>
            <pc:docMk/>
            <pc:sldMk cId="102529674" sldId="285"/>
            <ac:spMk id="2" creationId="{8483B60B-38E2-62DA-11C5-3C3FA4E4F509}"/>
          </ac:spMkLst>
        </pc:spChg>
        <pc:spChg chg="mod">
          <ac:chgData name="Dhanashree Hadsul" userId="S::dhanashree.hadsul@fcrit.ac.in::5263820c-7dfe-4b85-9f4c-b3dd882c9933" providerId="AD" clId="Web-{E89C2ADD-7614-300D-7A39-654825B05C40}" dt="2024-02-12T06:00:59.329" v="75" actId="14100"/>
          <ac:spMkLst>
            <pc:docMk/>
            <pc:sldMk cId="102529674" sldId="285"/>
            <ac:spMk id="3" creationId="{CE4D5845-9B2F-2210-FBCB-81E92918EA72}"/>
          </ac:spMkLst>
        </pc:spChg>
      </pc:sldChg>
      <pc:sldChg chg="modSp new">
        <pc:chgData name="Dhanashree Hadsul" userId="S::dhanashree.hadsul@fcrit.ac.in::5263820c-7dfe-4b85-9f4c-b3dd882c9933" providerId="AD" clId="Web-{E89C2ADD-7614-300D-7A39-654825B05C40}" dt="2024-02-12T06:37:48.356" v="145" actId="20577"/>
        <pc:sldMkLst>
          <pc:docMk/>
          <pc:sldMk cId="2145831083" sldId="286"/>
        </pc:sldMkLst>
        <pc:spChg chg="mod">
          <ac:chgData name="Dhanashree Hadsul" userId="S::dhanashree.hadsul@fcrit.ac.in::5263820c-7dfe-4b85-9f4c-b3dd882c9933" providerId="AD" clId="Web-{E89C2ADD-7614-300D-7A39-654825B05C40}" dt="2024-02-12T06:23:32.651" v="142" actId="20577"/>
          <ac:spMkLst>
            <pc:docMk/>
            <pc:sldMk cId="2145831083" sldId="286"/>
            <ac:spMk id="2" creationId="{C311C5A1-0B35-6B76-81E6-6FFED30D2FAB}"/>
          </ac:spMkLst>
        </pc:spChg>
        <pc:spChg chg="mod">
          <ac:chgData name="Dhanashree Hadsul" userId="S::dhanashree.hadsul@fcrit.ac.in::5263820c-7dfe-4b85-9f4c-b3dd882c9933" providerId="AD" clId="Web-{E89C2ADD-7614-300D-7A39-654825B05C40}" dt="2024-02-12T06:37:48.356" v="145" actId="20577"/>
          <ac:spMkLst>
            <pc:docMk/>
            <pc:sldMk cId="2145831083" sldId="286"/>
            <ac:spMk id="3" creationId="{B39ACCC1-1592-3F7F-A777-121ADA2D2C3E}"/>
          </ac:spMkLst>
        </pc:spChg>
      </pc:sldChg>
      <pc:sldChg chg="addSp delSp modSp new modNotes">
        <pc:chgData name="Dhanashree Hadsul" userId="S::dhanashree.hadsul@fcrit.ac.in::5263820c-7dfe-4b85-9f4c-b3dd882c9933" providerId="AD" clId="Web-{E89C2ADD-7614-300D-7A39-654825B05C40}" dt="2024-02-12T06:22:59.541" v="141" actId="14100"/>
        <pc:sldMkLst>
          <pc:docMk/>
          <pc:sldMk cId="2999319469" sldId="287"/>
        </pc:sldMkLst>
        <pc:spChg chg="del mod">
          <ac:chgData name="Dhanashree Hadsul" userId="S::dhanashree.hadsul@fcrit.ac.in::5263820c-7dfe-4b85-9f4c-b3dd882c9933" providerId="AD" clId="Web-{E89C2ADD-7614-300D-7A39-654825B05C40}" dt="2024-02-12T06:13:09.053" v="81"/>
          <ac:spMkLst>
            <pc:docMk/>
            <pc:sldMk cId="2999319469" sldId="287"/>
            <ac:spMk id="2" creationId="{00BA4A7C-E5D5-2146-C709-1692C08E308D}"/>
          </ac:spMkLst>
        </pc:spChg>
        <pc:spChg chg="mod">
          <ac:chgData name="Dhanashree Hadsul" userId="S::dhanashree.hadsul@fcrit.ac.in::5263820c-7dfe-4b85-9f4c-b3dd882c9933" providerId="AD" clId="Web-{E89C2ADD-7614-300D-7A39-654825B05C40}" dt="2024-02-12T06:22:59.541" v="141" actId="14100"/>
          <ac:spMkLst>
            <pc:docMk/>
            <pc:sldMk cId="2999319469" sldId="287"/>
            <ac:spMk id="3" creationId="{6CCE439A-BA3F-53A2-CB43-254EB592E7A1}"/>
          </ac:spMkLst>
        </pc:spChg>
        <pc:spChg chg="add mod">
          <ac:chgData name="Dhanashree Hadsul" userId="S::dhanashree.hadsul@fcrit.ac.in::5263820c-7dfe-4b85-9f4c-b3dd882c9933" providerId="AD" clId="Web-{E89C2ADD-7614-300D-7A39-654825B05C40}" dt="2024-02-12T06:18:02.586" v="139" actId="1076"/>
          <ac:spMkLst>
            <pc:docMk/>
            <pc:sldMk cId="2999319469" sldId="287"/>
            <ac:spMk id="5" creationId="{4ACD76FB-9E3F-F800-4A1F-9558F4AC0E1C}"/>
          </ac:spMkLst>
        </pc:spChg>
      </pc:sldChg>
      <pc:sldChg chg="modSp new mod modClrScheme chgLayout">
        <pc:chgData name="Dhanashree Hadsul" userId="S::dhanashree.hadsul@fcrit.ac.in::5263820c-7dfe-4b85-9f4c-b3dd882c9933" providerId="AD" clId="Web-{E89C2ADD-7614-300D-7A39-654825B05C40}" dt="2024-02-12T06:50:00.951" v="149"/>
        <pc:sldMkLst>
          <pc:docMk/>
          <pc:sldMk cId="3039348500" sldId="288"/>
        </pc:sldMkLst>
        <pc:spChg chg="mod ord">
          <ac:chgData name="Dhanashree Hadsul" userId="S::dhanashree.hadsul@fcrit.ac.in::5263820c-7dfe-4b85-9f4c-b3dd882c9933" providerId="AD" clId="Web-{E89C2ADD-7614-300D-7A39-654825B05C40}" dt="2024-02-12T06:50:00.951" v="149"/>
          <ac:spMkLst>
            <pc:docMk/>
            <pc:sldMk cId="3039348500" sldId="288"/>
            <ac:spMk id="2" creationId="{A913FF3D-9B0F-6EB3-11A8-D7CDE3348851}"/>
          </ac:spMkLst>
        </pc:spChg>
        <pc:spChg chg="mod ord">
          <ac:chgData name="Dhanashree Hadsul" userId="S::dhanashree.hadsul@fcrit.ac.in::5263820c-7dfe-4b85-9f4c-b3dd882c9933" providerId="AD" clId="Web-{E89C2ADD-7614-300D-7A39-654825B05C40}" dt="2024-02-12T06:50:00.951" v="149"/>
          <ac:spMkLst>
            <pc:docMk/>
            <pc:sldMk cId="3039348500" sldId="288"/>
            <ac:spMk id="3" creationId="{30F99E81-ED68-C142-1424-B581BFD4C7CE}"/>
          </ac:spMkLst>
        </pc:spChg>
      </pc:sldChg>
      <pc:sldChg chg="modSp new">
        <pc:chgData name="Dhanashree Hadsul" userId="S::dhanashree.hadsul@fcrit.ac.in::5263820c-7dfe-4b85-9f4c-b3dd882c9933" providerId="AD" clId="Web-{E89C2ADD-7614-300D-7A39-654825B05C40}" dt="2024-02-12T06:52:36.204" v="182" actId="14100"/>
        <pc:sldMkLst>
          <pc:docMk/>
          <pc:sldMk cId="2898937235" sldId="289"/>
        </pc:sldMkLst>
        <pc:spChg chg="mod">
          <ac:chgData name="Dhanashree Hadsul" userId="S::dhanashree.hadsul@fcrit.ac.in::5263820c-7dfe-4b85-9f4c-b3dd882c9933" providerId="AD" clId="Web-{E89C2ADD-7614-300D-7A39-654825B05C40}" dt="2024-02-12T06:50:41.342" v="171" actId="20577"/>
          <ac:spMkLst>
            <pc:docMk/>
            <pc:sldMk cId="2898937235" sldId="289"/>
            <ac:spMk id="2" creationId="{15FC393E-2F3F-3B24-59C4-5D052FF1A528}"/>
          </ac:spMkLst>
        </pc:spChg>
        <pc:spChg chg="mod">
          <ac:chgData name="Dhanashree Hadsul" userId="S::dhanashree.hadsul@fcrit.ac.in::5263820c-7dfe-4b85-9f4c-b3dd882c9933" providerId="AD" clId="Web-{E89C2ADD-7614-300D-7A39-654825B05C40}" dt="2024-02-12T06:52:36.204" v="182" actId="14100"/>
          <ac:spMkLst>
            <pc:docMk/>
            <pc:sldMk cId="2898937235" sldId="289"/>
            <ac:spMk id="3" creationId="{1B6384BD-C123-D43D-B20B-F26A0224AFE8}"/>
          </ac:spMkLst>
        </pc:spChg>
      </pc:sldChg>
      <pc:sldChg chg="modSp new">
        <pc:chgData name="Dhanashree Hadsul" userId="S::dhanashree.hadsul@fcrit.ac.in::5263820c-7dfe-4b85-9f4c-b3dd882c9933" providerId="AD" clId="Web-{E89C2ADD-7614-300D-7A39-654825B05C40}" dt="2024-02-12T06:56:34.772" v="192" actId="20577"/>
        <pc:sldMkLst>
          <pc:docMk/>
          <pc:sldMk cId="4115565782" sldId="290"/>
        </pc:sldMkLst>
        <pc:spChg chg="mod">
          <ac:chgData name="Dhanashree Hadsul" userId="S::dhanashree.hadsul@fcrit.ac.in::5263820c-7dfe-4b85-9f4c-b3dd882c9933" providerId="AD" clId="Web-{E89C2ADD-7614-300D-7A39-654825B05C40}" dt="2024-02-12T06:56:34.772" v="192" actId="20577"/>
          <ac:spMkLst>
            <pc:docMk/>
            <pc:sldMk cId="4115565782" sldId="290"/>
            <ac:spMk id="2" creationId="{9B8F01E5-8453-141E-DEBC-3C85659975F3}"/>
          </ac:spMkLst>
        </pc:spChg>
        <pc:spChg chg="mod">
          <ac:chgData name="Dhanashree Hadsul" userId="S::dhanashree.hadsul@fcrit.ac.in::5263820c-7dfe-4b85-9f4c-b3dd882c9933" providerId="AD" clId="Web-{E89C2ADD-7614-300D-7A39-654825B05C40}" dt="2024-02-12T06:56:32.460" v="191" actId="20577"/>
          <ac:spMkLst>
            <pc:docMk/>
            <pc:sldMk cId="4115565782" sldId="290"/>
            <ac:spMk id="3" creationId="{F0456550-7480-915B-45E6-9287D62123CE}"/>
          </ac:spMkLst>
        </pc:spChg>
      </pc:sldChg>
      <pc:sldChg chg="modSp new">
        <pc:chgData name="Dhanashree Hadsul" userId="S::dhanashree.hadsul@fcrit.ac.in::5263820c-7dfe-4b85-9f4c-b3dd882c9933" providerId="AD" clId="Web-{E89C2ADD-7614-300D-7A39-654825B05C40}" dt="2024-02-12T06:59:59.355" v="201" actId="20577"/>
        <pc:sldMkLst>
          <pc:docMk/>
          <pc:sldMk cId="477807840" sldId="291"/>
        </pc:sldMkLst>
        <pc:spChg chg="mod">
          <ac:chgData name="Dhanashree Hadsul" userId="S::dhanashree.hadsul@fcrit.ac.in::5263820c-7dfe-4b85-9f4c-b3dd882c9933" providerId="AD" clId="Web-{E89C2ADD-7614-300D-7A39-654825B05C40}" dt="2024-02-12T06:57:17.351" v="195" actId="20577"/>
          <ac:spMkLst>
            <pc:docMk/>
            <pc:sldMk cId="477807840" sldId="291"/>
            <ac:spMk id="2" creationId="{0E16875C-B7EB-2235-54B7-1F21B79EE1DB}"/>
          </ac:spMkLst>
        </pc:spChg>
        <pc:spChg chg="mod">
          <ac:chgData name="Dhanashree Hadsul" userId="S::dhanashree.hadsul@fcrit.ac.in::5263820c-7dfe-4b85-9f4c-b3dd882c9933" providerId="AD" clId="Web-{E89C2ADD-7614-300D-7A39-654825B05C40}" dt="2024-02-12T06:59:59.355" v="201" actId="20577"/>
          <ac:spMkLst>
            <pc:docMk/>
            <pc:sldMk cId="477807840" sldId="291"/>
            <ac:spMk id="3" creationId="{F0DAFF32-CC0E-0A14-BED0-04673869152F}"/>
          </ac:spMkLst>
        </pc:spChg>
      </pc:sldChg>
      <pc:sldChg chg="modSp new modNotes">
        <pc:chgData name="Dhanashree Hadsul" userId="S::dhanashree.hadsul@fcrit.ac.in::5263820c-7dfe-4b85-9f4c-b3dd882c9933" providerId="AD" clId="Web-{E89C2ADD-7614-300D-7A39-654825B05C40}" dt="2024-02-12T07:11:56.058" v="271" actId="14100"/>
        <pc:sldMkLst>
          <pc:docMk/>
          <pc:sldMk cId="1783493321" sldId="292"/>
        </pc:sldMkLst>
        <pc:spChg chg="mod">
          <ac:chgData name="Dhanashree Hadsul" userId="S::dhanashree.hadsul@fcrit.ac.in::5263820c-7dfe-4b85-9f4c-b3dd882c9933" providerId="AD" clId="Web-{E89C2ADD-7614-300D-7A39-654825B05C40}" dt="2024-02-12T07:11:53.418" v="270" actId="1076"/>
          <ac:spMkLst>
            <pc:docMk/>
            <pc:sldMk cId="1783493321" sldId="292"/>
            <ac:spMk id="2" creationId="{D6C53501-F9BF-ED71-6CCD-A6B05E8359C5}"/>
          </ac:spMkLst>
        </pc:spChg>
        <pc:spChg chg="mod">
          <ac:chgData name="Dhanashree Hadsul" userId="S::dhanashree.hadsul@fcrit.ac.in::5263820c-7dfe-4b85-9f4c-b3dd882c9933" providerId="AD" clId="Web-{E89C2ADD-7614-300D-7A39-654825B05C40}" dt="2024-02-12T07:11:56.058" v="271" actId="14100"/>
          <ac:spMkLst>
            <pc:docMk/>
            <pc:sldMk cId="1783493321" sldId="292"/>
            <ac:spMk id="3" creationId="{22124C99-7BC2-4E4B-B911-FD1B877DC531}"/>
          </ac:spMkLst>
        </pc:spChg>
      </pc:sldChg>
      <pc:sldChg chg="modSp new">
        <pc:chgData name="Dhanashree Hadsul" userId="S::dhanashree.hadsul@fcrit.ac.in::5263820c-7dfe-4b85-9f4c-b3dd882c9933" providerId="AD" clId="Web-{E89C2ADD-7614-300D-7A39-654825B05C40}" dt="2024-02-12T07:22:06.150" v="306" actId="14100"/>
        <pc:sldMkLst>
          <pc:docMk/>
          <pc:sldMk cId="1126322681" sldId="293"/>
        </pc:sldMkLst>
        <pc:spChg chg="mod">
          <ac:chgData name="Dhanashree Hadsul" userId="S::dhanashree.hadsul@fcrit.ac.in::5263820c-7dfe-4b85-9f4c-b3dd882c9933" providerId="AD" clId="Web-{E89C2ADD-7614-300D-7A39-654825B05C40}" dt="2024-02-12T07:22:03.869" v="305" actId="1076"/>
          <ac:spMkLst>
            <pc:docMk/>
            <pc:sldMk cId="1126322681" sldId="293"/>
            <ac:spMk id="2" creationId="{451F6452-94BF-3670-6412-2B04C3AB11D5}"/>
          </ac:spMkLst>
        </pc:spChg>
        <pc:spChg chg="mod">
          <ac:chgData name="Dhanashree Hadsul" userId="S::dhanashree.hadsul@fcrit.ac.in::5263820c-7dfe-4b85-9f4c-b3dd882c9933" providerId="AD" clId="Web-{E89C2ADD-7614-300D-7A39-654825B05C40}" dt="2024-02-12T07:22:06.150" v="306" actId="14100"/>
          <ac:spMkLst>
            <pc:docMk/>
            <pc:sldMk cId="1126322681" sldId="293"/>
            <ac:spMk id="3" creationId="{69F3D99E-5689-B6A2-D41D-689A4D9B4146}"/>
          </ac:spMkLst>
        </pc:spChg>
      </pc:sldChg>
      <pc:sldChg chg="modSp new">
        <pc:chgData name="Dhanashree Hadsul" userId="S::dhanashree.hadsul@fcrit.ac.in::5263820c-7dfe-4b85-9f4c-b3dd882c9933" providerId="AD" clId="Web-{E89C2ADD-7614-300D-7A39-654825B05C40}" dt="2024-02-12T07:31:21.022" v="332" actId="20577"/>
        <pc:sldMkLst>
          <pc:docMk/>
          <pc:sldMk cId="2299152351" sldId="294"/>
        </pc:sldMkLst>
        <pc:spChg chg="mod">
          <ac:chgData name="Dhanashree Hadsul" userId="S::dhanashree.hadsul@fcrit.ac.in::5263820c-7dfe-4b85-9f4c-b3dd882c9933" providerId="AD" clId="Web-{E89C2ADD-7614-300D-7A39-654825B05C40}" dt="2024-02-12T07:23:17.558" v="308" actId="20577"/>
          <ac:spMkLst>
            <pc:docMk/>
            <pc:sldMk cId="2299152351" sldId="294"/>
            <ac:spMk id="2" creationId="{9A694A87-BBF4-60E5-867D-2B3CBA898A7E}"/>
          </ac:spMkLst>
        </pc:spChg>
        <pc:spChg chg="mod">
          <ac:chgData name="Dhanashree Hadsul" userId="S::dhanashree.hadsul@fcrit.ac.in::5263820c-7dfe-4b85-9f4c-b3dd882c9933" providerId="AD" clId="Web-{E89C2ADD-7614-300D-7A39-654825B05C40}" dt="2024-02-12T07:31:21.022" v="332" actId="20577"/>
          <ac:spMkLst>
            <pc:docMk/>
            <pc:sldMk cId="2299152351" sldId="294"/>
            <ac:spMk id="3" creationId="{43D3C91C-E416-ADA7-D2E4-2323FF199A99}"/>
          </ac:spMkLst>
        </pc:spChg>
      </pc:sldChg>
      <pc:sldChg chg="modSp new">
        <pc:chgData name="Dhanashree Hadsul" userId="S::dhanashree.hadsul@fcrit.ac.in::5263820c-7dfe-4b85-9f4c-b3dd882c9933" providerId="AD" clId="Web-{E89C2ADD-7614-300D-7A39-654825B05C40}" dt="2024-02-12T08:58:11.282" v="414" actId="20577"/>
        <pc:sldMkLst>
          <pc:docMk/>
          <pc:sldMk cId="1370987121" sldId="295"/>
        </pc:sldMkLst>
        <pc:spChg chg="mod">
          <ac:chgData name="Dhanashree Hadsul" userId="S::dhanashree.hadsul@fcrit.ac.in::5263820c-7dfe-4b85-9f4c-b3dd882c9933" providerId="AD" clId="Web-{E89C2ADD-7614-300D-7A39-654825B05C40}" dt="2024-02-12T08:58:11.282" v="414" actId="20577"/>
          <ac:spMkLst>
            <pc:docMk/>
            <pc:sldMk cId="1370987121" sldId="295"/>
            <ac:spMk id="3" creationId="{97062E64-981A-1606-3113-6079ABB22388}"/>
          </ac:spMkLst>
        </pc:spChg>
      </pc:sldChg>
      <pc:sldChg chg="modSp new">
        <pc:chgData name="Dhanashree Hadsul" userId="S::dhanashree.hadsul@fcrit.ac.in::5263820c-7dfe-4b85-9f4c-b3dd882c9933" providerId="AD" clId="Web-{E89C2ADD-7614-300D-7A39-654825B05C40}" dt="2024-02-12T09:06:37.771" v="417" actId="20577"/>
        <pc:sldMkLst>
          <pc:docMk/>
          <pc:sldMk cId="2043448564" sldId="296"/>
        </pc:sldMkLst>
        <pc:spChg chg="mod">
          <ac:chgData name="Dhanashree Hadsul" userId="S::dhanashree.hadsul@fcrit.ac.in::5263820c-7dfe-4b85-9f4c-b3dd882c9933" providerId="AD" clId="Web-{E89C2ADD-7614-300D-7A39-654825B05C40}" dt="2024-02-12T09:06:37.771" v="417" actId="20577"/>
          <ac:spMkLst>
            <pc:docMk/>
            <pc:sldMk cId="2043448564" sldId="296"/>
            <ac:spMk id="2" creationId="{C2308020-0691-77C3-729F-E3A2BA1C79D5}"/>
          </ac:spMkLst>
        </pc:spChg>
      </pc:sldChg>
      <pc:sldChg chg="addSp delSp modSp new">
        <pc:chgData name="Dhanashree Hadsul" userId="S::dhanashree.hadsul@fcrit.ac.in::5263820c-7dfe-4b85-9f4c-b3dd882c9933" providerId="AD" clId="Web-{E89C2ADD-7614-300D-7A39-654825B05C40}" dt="2024-02-12T09:26:17.502" v="421" actId="1076"/>
        <pc:sldMkLst>
          <pc:docMk/>
          <pc:sldMk cId="1379844099" sldId="297"/>
        </pc:sldMkLst>
        <pc:spChg chg="del">
          <ac:chgData name="Dhanashree Hadsul" userId="S::dhanashree.hadsul@fcrit.ac.in::5263820c-7dfe-4b85-9f4c-b3dd882c9933" providerId="AD" clId="Web-{E89C2ADD-7614-300D-7A39-654825B05C40}" dt="2024-02-12T09:25:49.814" v="419"/>
          <ac:spMkLst>
            <pc:docMk/>
            <pc:sldMk cId="1379844099" sldId="297"/>
            <ac:spMk id="3" creationId="{2971749F-1950-B4DB-4142-0D034C698ABC}"/>
          </ac:spMkLst>
        </pc:spChg>
        <pc:picChg chg="add mod ord">
          <ac:chgData name="Dhanashree Hadsul" userId="S::dhanashree.hadsul@fcrit.ac.in::5263820c-7dfe-4b85-9f4c-b3dd882c9933" providerId="AD" clId="Web-{E89C2ADD-7614-300D-7A39-654825B05C40}" dt="2024-02-12T09:26:17.502" v="421" actId="1076"/>
          <ac:picMkLst>
            <pc:docMk/>
            <pc:sldMk cId="1379844099" sldId="297"/>
            <ac:picMk id="4" creationId="{4013C218-B64F-9701-995A-B019F4883235}"/>
          </ac:picMkLst>
        </pc:picChg>
      </pc:sldChg>
    </pc:docChg>
  </pc:docChgLst>
  <pc:docChgLst>
    <pc:chgData name="Dhanashree Hadsul" userId="S::dhanashree.hadsul@fcrit.ac.in::5263820c-7dfe-4b85-9f4c-b3dd882c9933" providerId="AD" clId="Web-{F4850781-4E4C-B4C2-756F-71ED734A7036}"/>
    <pc:docChg chg="modSld">
      <pc:chgData name="Dhanashree Hadsul" userId="S::dhanashree.hadsul@fcrit.ac.in::5263820c-7dfe-4b85-9f4c-b3dd882c9933" providerId="AD" clId="Web-{F4850781-4E4C-B4C2-756F-71ED734A7036}" dt="2024-02-08T09:28:37.169" v="1" actId="20577"/>
      <pc:docMkLst>
        <pc:docMk/>
      </pc:docMkLst>
      <pc:sldChg chg="modSp">
        <pc:chgData name="Dhanashree Hadsul" userId="S::dhanashree.hadsul@fcrit.ac.in::5263820c-7dfe-4b85-9f4c-b3dd882c9933" providerId="AD" clId="Web-{F4850781-4E4C-B4C2-756F-71ED734A7036}" dt="2024-02-08T09:28:37.169" v="1" actId="20577"/>
        <pc:sldMkLst>
          <pc:docMk/>
          <pc:sldMk cId="2724513374" sldId="263"/>
        </pc:sldMkLst>
        <pc:spChg chg="mod">
          <ac:chgData name="Dhanashree Hadsul" userId="S::dhanashree.hadsul@fcrit.ac.in::5263820c-7dfe-4b85-9f4c-b3dd882c9933" providerId="AD" clId="Web-{F4850781-4E4C-B4C2-756F-71ED734A7036}" dt="2024-02-08T09:28:37.169" v="1" actId="20577"/>
          <ac:spMkLst>
            <pc:docMk/>
            <pc:sldMk cId="2724513374" sldId="263"/>
            <ac:spMk id="2" creationId="{D91EE00C-1948-9E68-E456-C851A128466D}"/>
          </ac:spMkLst>
        </pc:spChg>
      </pc:sldChg>
    </pc:docChg>
  </pc:docChgLst>
  <pc:docChgLst>
    <pc:chgData name="Dhanashree Hadsul" userId="S::dhanashree.hadsul@fcrit.ac.in::5263820c-7dfe-4b85-9f4c-b3dd882c9933" providerId="AD" clId="Web-{8C7A657C-7249-C629-20AE-DF8E31536240}"/>
    <pc:docChg chg="modSld">
      <pc:chgData name="Dhanashree Hadsul" userId="S::dhanashree.hadsul@fcrit.ac.in::5263820c-7dfe-4b85-9f4c-b3dd882c9933" providerId="AD" clId="Web-{8C7A657C-7249-C629-20AE-DF8E31536240}" dt="2025-04-24T07:26:55.761" v="0" actId="1076"/>
      <pc:docMkLst>
        <pc:docMk/>
      </pc:docMkLst>
      <pc:sldChg chg="modSp">
        <pc:chgData name="Dhanashree Hadsul" userId="S::dhanashree.hadsul@fcrit.ac.in::5263820c-7dfe-4b85-9f4c-b3dd882c9933" providerId="AD" clId="Web-{8C7A657C-7249-C629-20AE-DF8E31536240}" dt="2025-04-24T07:26:55.761" v="0" actId="1076"/>
        <pc:sldMkLst>
          <pc:docMk/>
          <pc:sldMk cId="729094860" sldId="271"/>
        </pc:sldMkLst>
        <pc:spChg chg="mod">
          <ac:chgData name="Dhanashree Hadsul" userId="S::dhanashree.hadsul@fcrit.ac.in::5263820c-7dfe-4b85-9f4c-b3dd882c9933" providerId="AD" clId="Web-{8C7A657C-7249-C629-20AE-DF8E31536240}" dt="2025-04-24T07:26:55.761" v="0" actId="1076"/>
          <ac:spMkLst>
            <pc:docMk/>
            <pc:sldMk cId="729094860" sldId="271"/>
            <ac:spMk id="2" creationId="{E87E2337-7C67-4E36-CC99-8E3FAC8461C0}"/>
          </ac:spMkLst>
        </pc:spChg>
      </pc:sldChg>
    </pc:docChg>
  </pc:docChgLst>
  <pc:docChgLst>
    <pc:chgData name="Dhanashree Hadsul" userId="S::dhanashree.hadsul@fcrit.ac.in::5263820c-7dfe-4b85-9f4c-b3dd882c9933" providerId="AD" clId="Web-{35C3717A-6864-5BBB-A086-9A519BEDAFEA}"/>
    <pc:docChg chg="addSld modSld">
      <pc:chgData name="Dhanashree Hadsul" userId="S::dhanashree.hadsul@fcrit.ac.in::5263820c-7dfe-4b85-9f4c-b3dd882c9933" providerId="AD" clId="Web-{35C3717A-6864-5BBB-A086-9A519BEDAFEA}" dt="2024-02-07T05:10:07.266" v="245" actId="20577"/>
      <pc:docMkLst>
        <pc:docMk/>
      </pc:docMkLst>
      <pc:sldChg chg="modSp">
        <pc:chgData name="Dhanashree Hadsul" userId="S::dhanashree.hadsul@fcrit.ac.in::5263820c-7dfe-4b85-9f4c-b3dd882c9933" providerId="AD" clId="Web-{35C3717A-6864-5BBB-A086-9A519BEDAFEA}" dt="2024-02-07T03:37:25.323" v="5" actId="20577"/>
        <pc:sldMkLst>
          <pc:docMk/>
          <pc:sldMk cId="2724513374" sldId="263"/>
        </pc:sldMkLst>
        <pc:spChg chg="mod">
          <ac:chgData name="Dhanashree Hadsul" userId="S::dhanashree.hadsul@fcrit.ac.in::5263820c-7dfe-4b85-9f4c-b3dd882c9933" providerId="AD" clId="Web-{35C3717A-6864-5BBB-A086-9A519BEDAFEA}" dt="2024-02-07T03:37:25.323" v="5" actId="20577"/>
          <ac:spMkLst>
            <pc:docMk/>
            <pc:sldMk cId="2724513374" sldId="263"/>
            <ac:spMk id="3" creationId="{C0663C2A-717E-457D-AC74-A7321515CECA}"/>
          </ac:spMkLst>
        </pc:spChg>
      </pc:sldChg>
      <pc:sldChg chg="delSp modSp new">
        <pc:chgData name="Dhanashree Hadsul" userId="S::dhanashree.hadsul@fcrit.ac.in::5263820c-7dfe-4b85-9f4c-b3dd882c9933" providerId="AD" clId="Web-{35C3717A-6864-5BBB-A086-9A519BEDAFEA}" dt="2024-02-07T03:38:41.857" v="29" actId="14100"/>
        <pc:sldMkLst>
          <pc:docMk/>
          <pc:sldMk cId="304567655" sldId="264"/>
        </pc:sldMkLst>
        <pc:spChg chg="del">
          <ac:chgData name="Dhanashree Hadsul" userId="S::dhanashree.hadsul@fcrit.ac.in::5263820c-7dfe-4b85-9f4c-b3dd882c9933" providerId="AD" clId="Web-{35C3717A-6864-5BBB-A086-9A519BEDAFEA}" dt="2024-02-07T03:38:39.545" v="28"/>
          <ac:spMkLst>
            <pc:docMk/>
            <pc:sldMk cId="304567655" sldId="264"/>
            <ac:spMk id="2" creationId="{248C5F94-09F5-07A9-66C2-A877455A7241}"/>
          </ac:spMkLst>
        </pc:spChg>
        <pc:spChg chg="mod">
          <ac:chgData name="Dhanashree Hadsul" userId="S::dhanashree.hadsul@fcrit.ac.in::5263820c-7dfe-4b85-9f4c-b3dd882c9933" providerId="AD" clId="Web-{35C3717A-6864-5BBB-A086-9A519BEDAFEA}" dt="2024-02-07T03:38:41.857" v="29" actId="14100"/>
          <ac:spMkLst>
            <pc:docMk/>
            <pc:sldMk cId="304567655" sldId="264"/>
            <ac:spMk id="3" creationId="{08DDE81F-C7A5-B621-5BF6-9126368831B9}"/>
          </ac:spMkLst>
        </pc:spChg>
      </pc:sldChg>
      <pc:sldChg chg="delSp modSp new">
        <pc:chgData name="Dhanashree Hadsul" userId="S::dhanashree.hadsul@fcrit.ac.in::5263820c-7dfe-4b85-9f4c-b3dd882c9933" providerId="AD" clId="Web-{35C3717A-6864-5BBB-A086-9A519BEDAFEA}" dt="2024-02-07T03:40:44.722" v="66" actId="14100"/>
        <pc:sldMkLst>
          <pc:docMk/>
          <pc:sldMk cId="2039884269" sldId="265"/>
        </pc:sldMkLst>
        <pc:spChg chg="del">
          <ac:chgData name="Dhanashree Hadsul" userId="S::dhanashree.hadsul@fcrit.ac.in::5263820c-7dfe-4b85-9f4c-b3dd882c9933" providerId="AD" clId="Web-{35C3717A-6864-5BBB-A086-9A519BEDAFEA}" dt="2024-02-07T03:40:37.753" v="64"/>
          <ac:spMkLst>
            <pc:docMk/>
            <pc:sldMk cId="2039884269" sldId="265"/>
            <ac:spMk id="2" creationId="{AA17BE84-F667-419A-9E19-764FBEDA93E4}"/>
          </ac:spMkLst>
        </pc:spChg>
        <pc:spChg chg="mod">
          <ac:chgData name="Dhanashree Hadsul" userId="S::dhanashree.hadsul@fcrit.ac.in::5263820c-7dfe-4b85-9f4c-b3dd882c9933" providerId="AD" clId="Web-{35C3717A-6864-5BBB-A086-9A519BEDAFEA}" dt="2024-02-07T03:40:44.722" v="66" actId="14100"/>
          <ac:spMkLst>
            <pc:docMk/>
            <pc:sldMk cId="2039884269" sldId="265"/>
            <ac:spMk id="3" creationId="{721D6C80-1D12-1AF3-82AD-1A7E0FD0E680}"/>
          </ac:spMkLst>
        </pc:spChg>
      </pc:sldChg>
      <pc:sldChg chg="modSp new">
        <pc:chgData name="Dhanashree Hadsul" userId="S::dhanashree.hadsul@fcrit.ac.in::5263820c-7dfe-4b85-9f4c-b3dd882c9933" providerId="AD" clId="Web-{35C3717A-6864-5BBB-A086-9A519BEDAFEA}" dt="2024-02-07T03:44:52.326" v="90" actId="20577"/>
        <pc:sldMkLst>
          <pc:docMk/>
          <pc:sldMk cId="3478119461" sldId="266"/>
        </pc:sldMkLst>
        <pc:spChg chg="mod">
          <ac:chgData name="Dhanashree Hadsul" userId="S::dhanashree.hadsul@fcrit.ac.in::5263820c-7dfe-4b85-9f4c-b3dd882c9933" providerId="AD" clId="Web-{35C3717A-6864-5BBB-A086-9A519BEDAFEA}" dt="2024-02-07T03:42:35.258" v="73" actId="20577"/>
          <ac:spMkLst>
            <pc:docMk/>
            <pc:sldMk cId="3478119461" sldId="266"/>
            <ac:spMk id="2" creationId="{3E485DC1-A706-1728-8E2D-2407CEBBD140}"/>
          </ac:spMkLst>
        </pc:spChg>
        <pc:spChg chg="mod">
          <ac:chgData name="Dhanashree Hadsul" userId="S::dhanashree.hadsul@fcrit.ac.in::5263820c-7dfe-4b85-9f4c-b3dd882c9933" providerId="AD" clId="Web-{35C3717A-6864-5BBB-A086-9A519BEDAFEA}" dt="2024-02-07T03:44:52.326" v="90" actId="20577"/>
          <ac:spMkLst>
            <pc:docMk/>
            <pc:sldMk cId="3478119461" sldId="266"/>
            <ac:spMk id="3" creationId="{C16D24E9-9BF6-88D2-4867-CD700A9CDCBF}"/>
          </ac:spMkLst>
        </pc:spChg>
      </pc:sldChg>
      <pc:sldChg chg="delSp modSp new">
        <pc:chgData name="Dhanashree Hadsul" userId="S::dhanashree.hadsul@fcrit.ac.in::5263820c-7dfe-4b85-9f4c-b3dd882c9933" providerId="AD" clId="Web-{35C3717A-6864-5BBB-A086-9A519BEDAFEA}" dt="2024-02-07T03:47:15.441" v="105"/>
        <pc:sldMkLst>
          <pc:docMk/>
          <pc:sldMk cId="1572334472" sldId="267"/>
        </pc:sldMkLst>
        <pc:spChg chg="del">
          <ac:chgData name="Dhanashree Hadsul" userId="S::dhanashree.hadsul@fcrit.ac.in::5263820c-7dfe-4b85-9f4c-b3dd882c9933" providerId="AD" clId="Web-{35C3717A-6864-5BBB-A086-9A519BEDAFEA}" dt="2024-02-07T03:46:28.767" v="99"/>
          <ac:spMkLst>
            <pc:docMk/>
            <pc:sldMk cId="1572334472" sldId="267"/>
            <ac:spMk id="2" creationId="{CC719DFC-847F-785B-2A7C-BE9DA63701A1}"/>
          </ac:spMkLst>
        </pc:spChg>
        <pc:spChg chg="mod">
          <ac:chgData name="Dhanashree Hadsul" userId="S::dhanashree.hadsul@fcrit.ac.in::5263820c-7dfe-4b85-9f4c-b3dd882c9933" providerId="AD" clId="Web-{35C3717A-6864-5BBB-A086-9A519BEDAFEA}" dt="2024-02-07T03:47:15.441" v="105"/>
          <ac:spMkLst>
            <pc:docMk/>
            <pc:sldMk cId="1572334472" sldId="267"/>
            <ac:spMk id="3" creationId="{A84EC08F-CA89-C397-F561-AAF41BD165AB}"/>
          </ac:spMkLst>
        </pc:spChg>
      </pc:sldChg>
      <pc:sldChg chg="modSp new">
        <pc:chgData name="Dhanashree Hadsul" userId="S::dhanashree.hadsul@fcrit.ac.in::5263820c-7dfe-4b85-9f4c-b3dd882c9933" providerId="AD" clId="Web-{35C3717A-6864-5BBB-A086-9A519BEDAFEA}" dt="2024-02-07T04:03:39.919" v="120" actId="14100"/>
        <pc:sldMkLst>
          <pc:docMk/>
          <pc:sldMk cId="3027607953" sldId="268"/>
        </pc:sldMkLst>
        <pc:spChg chg="mod">
          <ac:chgData name="Dhanashree Hadsul" userId="S::dhanashree.hadsul@fcrit.ac.in::5263820c-7dfe-4b85-9f4c-b3dd882c9933" providerId="AD" clId="Web-{35C3717A-6864-5BBB-A086-9A519BEDAFEA}" dt="2024-02-07T03:59:43.018" v="107" actId="20577"/>
          <ac:spMkLst>
            <pc:docMk/>
            <pc:sldMk cId="3027607953" sldId="268"/>
            <ac:spMk id="2" creationId="{C3F8F021-0AC8-F947-3EC9-2F4579514446}"/>
          </ac:spMkLst>
        </pc:spChg>
        <pc:spChg chg="mod">
          <ac:chgData name="Dhanashree Hadsul" userId="S::dhanashree.hadsul@fcrit.ac.in::5263820c-7dfe-4b85-9f4c-b3dd882c9933" providerId="AD" clId="Web-{35C3717A-6864-5BBB-A086-9A519BEDAFEA}" dt="2024-02-07T04:03:39.919" v="120" actId="14100"/>
          <ac:spMkLst>
            <pc:docMk/>
            <pc:sldMk cId="3027607953" sldId="268"/>
            <ac:spMk id="3" creationId="{6F314D27-F906-3482-A670-8BAD908715A7}"/>
          </ac:spMkLst>
        </pc:spChg>
      </pc:sldChg>
      <pc:sldChg chg="addSp delSp modSp new mod setBg">
        <pc:chgData name="Dhanashree Hadsul" userId="S::dhanashree.hadsul@fcrit.ac.in::5263820c-7dfe-4b85-9f4c-b3dd882c9933" providerId="AD" clId="Web-{35C3717A-6864-5BBB-A086-9A519BEDAFEA}" dt="2024-02-07T04:08:33.743" v="125"/>
        <pc:sldMkLst>
          <pc:docMk/>
          <pc:sldMk cId="2125222310" sldId="269"/>
        </pc:sldMkLst>
        <pc:spChg chg="del">
          <ac:chgData name="Dhanashree Hadsul" userId="S::dhanashree.hadsul@fcrit.ac.in::5263820c-7dfe-4b85-9f4c-b3dd882c9933" providerId="AD" clId="Web-{35C3717A-6864-5BBB-A086-9A519BEDAFEA}" dt="2024-02-07T04:08:33.743" v="125"/>
          <ac:spMkLst>
            <pc:docMk/>
            <pc:sldMk cId="2125222310" sldId="269"/>
            <ac:spMk id="2" creationId="{B8C32E17-AC02-8ABE-CE57-33D101050148}"/>
          </ac:spMkLst>
        </pc:spChg>
        <pc:spChg chg="del">
          <ac:chgData name="Dhanashree Hadsul" userId="S::dhanashree.hadsul@fcrit.ac.in::5263820c-7dfe-4b85-9f4c-b3dd882c9933" providerId="AD" clId="Web-{35C3717A-6864-5BBB-A086-9A519BEDAFEA}" dt="2024-02-07T04:08:15.867" v="122"/>
          <ac:spMkLst>
            <pc:docMk/>
            <pc:sldMk cId="2125222310" sldId="269"/>
            <ac:spMk id="3" creationId="{42D3C610-6826-9888-6B47-471BAC5FE1D6}"/>
          </ac:spMkLst>
        </pc:spChg>
        <pc:picChg chg="add mod ord modCrop">
          <ac:chgData name="Dhanashree Hadsul" userId="S::dhanashree.hadsul@fcrit.ac.in::5263820c-7dfe-4b85-9f4c-b3dd882c9933" providerId="AD" clId="Web-{35C3717A-6864-5BBB-A086-9A519BEDAFEA}" dt="2024-02-07T04:08:33.743" v="125"/>
          <ac:picMkLst>
            <pc:docMk/>
            <pc:sldMk cId="2125222310" sldId="269"/>
            <ac:picMk id="4" creationId="{20B13694-A174-6415-45DE-743A2F5A9F31}"/>
          </ac:picMkLst>
        </pc:picChg>
      </pc:sldChg>
      <pc:sldChg chg="modSp new">
        <pc:chgData name="Dhanashree Hadsul" userId="S::dhanashree.hadsul@fcrit.ac.in::5263820c-7dfe-4b85-9f4c-b3dd882c9933" providerId="AD" clId="Web-{35C3717A-6864-5BBB-A086-9A519BEDAFEA}" dt="2024-02-07T04:22:15.558" v="159" actId="14100"/>
        <pc:sldMkLst>
          <pc:docMk/>
          <pc:sldMk cId="1389473728" sldId="270"/>
        </pc:sldMkLst>
        <pc:spChg chg="mod">
          <ac:chgData name="Dhanashree Hadsul" userId="S::dhanashree.hadsul@fcrit.ac.in::5263820c-7dfe-4b85-9f4c-b3dd882c9933" providerId="AD" clId="Web-{35C3717A-6864-5BBB-A086-9A519BEDAFEA}" dt="2024-02-07T04:22:13.105" v="158" actId="1076"/>
          <ac:spMkLst>
            <pc:docMk/>
            <pc:sldMk cId="1389473728" sldId="270"/>
            <ac:spMk id="2" creationId="{BE584C23-1A90-378A-5441-592071C723DF}"/>
          </ac:spMkLst>
        </pc:spChg>
        <pc:spChg chg="mod">
          <ac:chgData name="Dhanashree Hadsul" userId="S::dhanashree.hadsul@fcrit.ac.in::5263820c-7dfe-4b85-9f4c-b3dd882c9933" providerId="AD" clId="Web-{35C3717A-6864-5BBB-A086-9A519BEDAFEA}" dt="2024-02-07T04:22:15.558" v="159" actId="14100"/>
          <ac:spMkLst>
            <pc:docMk/>
            <pc:sldMk cId="1389473728" sldId="270"/>
            <ac:spMk id="3" creationId="{ED5282FC-F9E0-134D-CA2C-FF0175350665}"/>
          </ac:spMkLst>
        </pc:spChg>
      </pc:sldChg>
      <pc:sldChg chg="modSp new modNotes">
        <pc:chgData name="Dhanashree Hadsul" userId="S::dhanashree.hadsul@fcrit.ac.in::5263820c-7dfe-4b85-9f4c-b3dd882c9933" providerId="AD" clId="Web-{35C3717A-6864-5BBB-A086-9A519BEDAFEA}" dt="2024-02-07T04:36:27.061" v="204"/>
        <pc:sldMkLst>
          <pc:docMk/>
          <pc:sldMk cId="729094860" sldId="271"/>
        </pc:sldMkLst>
        <pc:spChg chg="mod">
          <ac:chgData name="Dhanashree Hadsul" userId="S::dhanashree.hadsul@fcrit.ac.in::5263820c-7dfe-4b85-9f4c-b3dd882c9933" providerId="AD" clId="Web-{35C3717A-6864-5BBB-A086-9A519BEDAFEA}" dt="2024-02-07T04:35:48.513" v="201" actId="14100"/>
          <ac:spMkLst>
            <pc:docMk/>
            <pc:sldMk cId="729094860" sldId="271"/>
            <ac:spMk id="2" creationId="{E87E2337-7C67-4E36-CC99-8E3FAC8461C0}"/>
          </ac:spMkLst>
        </pc:spChg>
        <pc:spChg chg="mod">
          <ac:chgData name="Dhanashree Hadsul" userId="S::dhanashree.hadsul@fcrit.ac.in::5263820c-7dfe-4b85-9f4c-b3dd882c9933" providerId="AD" clId="Web-{35C3717A-6864-5BBB-A086-9A519BEDAFEA}" dt="2024-02-07T04:35:53.482" v="203" actId="14100"/>
          <ac:spMkLst>
            <pc:docMk/>
            <pc:sldMk cId="729094860" sldId="271"/>
            <ac:spMk id="3" creationId="{642AB380-B7EA-C1A9-FC14-13287BF61FC7}"/>
          </ac:spMkLst>
        </pc:spChg>
      </pc:sldChg>
      <pc:sldChg chg="modSp new">
        <pc:chgData name="Dhanashree Hadsul" userId="S::dhanashree.hadsul@fcrit.ac.in::5263820c-7dfe-4b85-9f4c-b3dd882c9933" providerId="AD" clId="Web-{35C3717A-6864-5BBB-A086-9A519BEDAFEA}" dt="2024-02-07T05:04:25.334" v="228" actId="14100"/>
        <pc:sldMkLst>
          <pc:docMk/>
          <pc:sldMk cId="1722263078" sldId="272"/>
        </pc:sldMkLst>
        <pc:spChg chg="mod">
          <ac:chgData name="Dhanashree Hadsul" userId="S::dhanashree.hadsul@fcrit.ac.in::5263820c-7dfe-4b85-9f4c-b3dd882c9933" providerId="AD" clId="Web-{35C3717A-6864-5BBB-A086-9A519BEDAFEA}" dt="2024-02-07T05:04:24.459" v="227" actId="1076"/>
          <ac:spMkLst>
            <pc:docMk/>
            <pc:sldMk cId="1722263078" sldId="272"/>
            <ac:spMk id="2" creationId="{D290BA33-322F-068F-BE38-0E9B3A92832B}"/>
          </ac:spMkLst>
        </pc:spChg>
        <pc:spChg chg="mod">
          <ac:chgData name="Dhanashree Hadsul" userId="S::dhanashree.hadsul@fcrit.ac.in::5263820c-7dfe-4b85-9f4c-b3dd882c9933" providerId="AD" clId="Web-{35C3717A-6864-5BBB-A086-9A519BEDAFEA}" dt="2024-02-07T05:04:25.334" v="228" actId="14100"/>
          <ac:spMkLst>
            <pc:docMk/>
            <pc:sldMk cId="1722263078" sldId="272"/>
            <ac:spMk id="3" creationId="{2CC74377-F246-7ED9-5BFC-6DF5E79C4C7E}"/>
          </ac:spMkLst>
        </pc:spChg>
      </pc:sldChg>
      <pc:sldChg chg="addSp delSp modSp new">
        <pc:chgData name="Dhanashree Hadsul" userId="S::dhanashree.hadsul@fcrit.ac.in::5263820c-7dfe-4b85-9f4c-b3dd882c9933" providerId="AD" clId="Web-{35C3717A-6864-5BBB-A086-9A519BEDAFEA}" dt="2024-02-07T05:08:12.356" v="243" actId="14100"/>
        <pc:sldMkLst>
          <pc:docMk/>
          <pc:sldMk cId="4095608700" sldId="273"/>
        </pc:sldMkLst>
        <pc:spChg chg="mod">
          <ac:chgData name="Dhanashree Hadsul" userId="S::dhanashree.hadsul@fcrit.ac.in::5263820c-7dfe-4b85-9f4c-b3dd882c9933" providerId="AD" clId="Web-{35C3717A-6864-5BBB-A086-9A519BEDAFEA}" dt="2024-02-07T05:05:08.195" v="235" actId="20577"/>
          <ac:spMkLst>
            <pc:docMk/>
            <pc:sldMk cId="4095608700" sldId="273"/>
            <ac:spMk id="2" creationId="{97338D62-4A56-0210-21D7-AC02E9FFCB2F}"/>
          </ac:spMkLst>
        </pc:spChg>
        <pc:spChg chg="del">
          <ac:chgData name="Dhanashree Hadsul" userId="S::dhanashree.hadsul@fcrit.ac.in::5263820c-7dfe-4b85-9f4c-b3dd882c9933" providerId="AD" clId="Web-{35C3717A-6864-5BBB-A086-9A519BEDAFEA}" dt="2024-02-07T05:07:38.855" v="236"/>
          <ac:spMkLst>
            <pc:docMk/>
            <pc:sldMk cId="4095608700" sldId="273"/>
            <ac:spMk id="3" creationId="{90F99333-1AC9-2926-3A59-24AE38804348}"/>
          </ac:spMkLst>
        </pc:spChg>
        <pc:picChg chg="add mod ord modCrop">
          <ac:chgData name="Dhanashree Hadsul" userId="S::dhanashree.hadsul@fcrit.ac.in::5263820c-7dfe-4b85-9f4c-b3dd882c9933" providerId="AD" clId="Web-{35C3717A-6864-5BBB-A086-9A519BEDAFEA}" dt="2024-02-07T05:08:12.356" v="243" actId="14100"/>
          <ac:picMkLst>
            <pc:docMk/>
            <pc:sldMk cId="4095608700" sldId="273"/>
            <ac:picMk id="4" creationId="{B3786C61-EF4A-4F5B-B727-59CFE52F29FC}"/>
          </ac:picMkLst>
        </pc:picChg>
      </pc:sldChg>
      <pc:sldChg chg="modSp new">
        <pc:chgData name="Dhanashree Hadsul" userId="S::dhanashree.hadsul@fcrit.ac.in::5263820c-7dfe-4b85-9f4c-b3dd882c9933" providerId="AD" clId="Web-{35C3717A-6864-5BBB-A086-9A519BEDAFEA}" dt="2024-02-07T05:10:07.266" v="245" actId="20577"/>
        <pc:sldMkLst>
          <pc:docMk/>
          <pc:sldMk cId="1950235540" sldId="274"/>
        </pc:sldMkLst>
        <pc:spChg chg="mod">
          <ac:chgData name="Dhanashree Hadsul" userId="S::dhanashree.hadsul@fcrit.ac.in::5263820c-7dfe-4b85-9f4c-b3dd882c9933" providerId="AD" clId="Web-{35C3717A-6864-5BBB-A086-9A519BEDAFEA}" dt="2024-02-07T05:10:07.266" v="245" actId="20577"/>
          <ac:spMkLst>
            <pc:docMk/>
            <pc:sldMk cId="1950235540" sldId="274"/>
            <ac:spMk id="2" creationId="{379FFB37-B2DC-85BB-6B48-AEC13FFE2901}"/>
          </ac:spMkLst>
        </pc:spChg>
      </pc:sldChg>
    </pc:docChg>
  </pc:docChgLst>
  <pc:docChgLst>
    <pc:chgData name="Dhanashree Hadsul" userId="S::dhanashree.hadsul@fcrit.ac.in::5263820c-7dfe-4b85-9f4c-b3dd882c9933" providerId="AD" clId="Web-{D5AF8F82-BDCE-B2FD-3F83-F52DB2E88F3F}"/>
    <pc:docChg chg="addSld modSld">
      <pc:chgData name="Dhanashree Hadsul" userId="S::dhanashree.hadsul@fcrit.ac.in::5263820c-7dfe-4b85-9f4c-b3dd882c9933" providerId="AD" clId="Web-{D5AF8F82-BDCE-B2FD-3F83-F52DB2E88F3F}" dt="2024-02-07T10:16:53.832" v="12" actId="20577"/>
      <pc:docMkLst>
        <pc:docMk/>
      </pc:docMkLst>
      <pc:sldChg chg="modSp">
        <pc:chgData name="Dhanashree Hadsul" userId="S::dhanashree.hadsul@fcrit.ac.in::5263820c-7dfe-4b85-9f4c-b3dd882c9933" providerId="AD" clId="Web-{D5AF8F82-BDCE-B2FD-3F83-F52DB2E88F3F}" dt="2024-02-07T10:16:39.816" v="10" actId="14100"/>
        <pc:sldMkLst>
          <pc:docMk/>
          <pc:sldMk cId="1950235540" sldId="274"/>
        </pc:sldMkLst>
        <pc:spChg chg="mod">
          <ac:chgData name="Dhanashree Hadsul" userId="S::dhanashree.hadsul@fcrit.ac.in::5263820c-7dfe-4b85-9f4c-b3dd882c9933" providerId="AD" clId="Web-{D5AF8F82-BDCE-B2FD-3F83-F52DB2E88F3F}" dt="2024-02-07T10:16:39.816" v="10" actId="14100"/>
          <ac:spMkLst>
            <pc:docMk/>
            <pc:sldMk cId="1950235540" sldId="274"/>
            <ac:spMk id="3" creationId="{58B173D1-979F-358F-9E73-163829C5450D}"/>
          </ac:spMkLst>
        </pc:spChg>
      </pc:sldChg>
      <pc:sldChg chg="modSp new">
        <pc:chgData name="Dhanashree Hadsul" userId="S::dhanashree.hadsul@fcrit.ac.in::5263820c-7dfe-4b85-9f4c-b3dd882c9933" providerId="AD" clId="Web-{D5AF8F82-BDCE-B2FD-3F83-F52DB2E88F3F}" dt="2024-02-07T10:16:53.832" v="12" actId="20577"/>
        <pc:sldMkLst>
          <pc:docMk/>
          <pc:sldMk cId="1741614787" sldId="275"/>
        </pc:sldMkLst>
        <pc:spChg chg="mod">
          <ac:chgData name="Dhanashree Hadsul" userId="S::dhanashree.hadsul@fcrit.ac.in::5263820c-7dfe-4b85-9f4c-b3dd882c9933" providerId="AD" clId="Web-{D5AF8F82-BDCE-B2FD-3F83-F52DB2E88F3F}" dt="2024-02-07T10:16:53.832" v="12" actId="20577"/>
          <ac:spMkLst>
            <pc:docMk/>
            <pc:sldMk cId="1741614787" sldId="275"/>
            <ac:spMk id="2" creationId="{86F04598-BD6D-A140-4555-6B351E95E66C}"/>
          </ac:spMkLst>
        </pc:spChg>
      </pc:sldChg>
    </pc:docChg>
  </pc:docChgLst>
  <pc:docChgLst>
    <pc:chgData name="Dhanashree Hadsul" userId="S::dhanashree.hadsul@fcrit.ac.in::5263820c-7dfe-4b85-9f4c-b3dd882c9933" providerId="AD" clId="Web-{2F6F618A-5186-7F88-5689-15FAEF0A7FD6}"/>
    <pc:docChg chg="addSld modSld">
      <pc:chgData name="Dhanashree Hadsul" userId="S::dhanashree.hadsul@fcrit.ac.in::5263820c-7dfe-4b85-9f4c-b3dd882c9933" providerId="AD" clId="Web-{2F6F618A-5186-7F88-5689-15FAEF0A7FD6}" dt="2024-02-12T17:10:28.464" v="170" actId="20577"/>
      <pc:docMkLst>
        <pc:docMk/>
      </pc:docMkLst>
      <pc:sldChg chg="modSp">
        <pc:chgData name="Dhanashree Hadsul" userId="S::dhanashree.hadsul@fcrit.ac.in::5263820c-7dfe-4b85-9f4c-b3dd882c9933" providerId="AD" clId="Web-{2F6F618A-5186-7F88-5689-15FAEF0A7FD6}" dt="2024-02-12T16:10:35.226" v="8" actId="20577"/>
        <pc:sldMkLst>
          <pc:docMk/>
          <pc:sldMk cId="2043448564" sldId="296"/>
        </pc:sldMkLst>
        <pc:spChg chg="mod">
          <ac:chgData name="Dhanashree Hadsul" userId="S::dhanashree.hadsul@fcrit.ac.in::5263820c-7dfe-4b85-9f4c-b3dd882c9933" providerId="AD" clId="Web-{2F6F618A-5186-7F88-5689-15FAEF0A7FD6}" dt="2024-02-12T16:10:35.226" v="8" actId="20577"/>
          <ac:spMkLst>
            <pc:docMk/>
            <pc:sldMk cId="2043448564" sldId="296"/>
            <ac:spMk id="3" creationId="{6FDE1E0E-F186-6A43-0790-9F590D7F3801}"/>
          </ac:spMkLst>
        </pc:spChg>
      </pc:sldChg>
      <pc:sldChg chg="delSp modSp new">
        <pc:chgData name="Dhanashree Hadsul" userId="S::dhanashree.hadsul@fcrit.ac.in::5263820c-7dfe-4b85-9f4c-b3dd882c9933" providerId="AD" clId="Web-{2F6F618A-5186-7F88-5689-15FAEF0A7FD6}" dt="2024-02-12T16:23:10.295" v="19" actId="20577"/>
        <pc:sldMkLst>
          <pc:docMk/>
          <pc:sldMk cId="730340779" sldId="298"/>
        </pc:sldMkLst>
        <pc:spChg chg="del">
          <ac:chgData name="Dhanashree Hadsul" userId="S::dhanashree.hadsul@fcrit.ac.in::5263820c-7dfe-4b85-9f4c-b3dd882c9933" providerId="AD" clId="Web-{2F6F618A-5186-7F88-5689-15FAEF0A7FD6}" dt="2024-02-12T16:11:59.211" v="15"/>
          <ac:spMkLst>
            <pc:docMk/>
            <pc:sldMk cId="730340779" sldId="298"/>
            <ac:spMk id="2" creationId="{B06B2AEE-EC72-68D4-7C38-1F3B10B95955}"/>
          </ac:spMkLst>
        </pc:spChg>
        <pc:spChg chg="mod">
          <ac:chgData name="Dhanashree Hadsul" userId="S::dhanashree.hadsul@fcrit.ac.in::5263820c-7dfe-4b85-9f4c-b3dd882c9933" providerId="AD" clId="Web-{2F6F618A-5186-7F88-5689-15FAEF0A7FD6}" dt="2024-02-12T16:23:10.295" v="19" actId="20577"/>
          <ac:spMkLst>
            <pc:docMk/>
            <pc:sldMk cId="730340779" sldId="298"/>
            <ac:spMk id="3" creationId="{9171D06D-E5C9-C1A7-7894-0E7D1D8FA22E}"/>
          </ac:spMkLst>
        </pc:spChg>
      </pc:sldChg>
      <pc:sldChg chg="modSp new">
        <pc:chgData name="Dhanashree Hadsul" userId="S::dhanashree.hadsul@fcrit.ac.in::5263820c-7dfe-4b85-9f4c-b3dd882c9933" providerId="AD" clId="Web-{2F6F618A-5186-7F88-5689-15FAEF0A7FD6}" dt="2024-02-12T16:34:06.849" v="57" actId="14100"/>
        <pc:sldMkLst>
          <pc:docMk/>
          <pc:sldMk cId="337076715" sldId="299"/>
        </pc:sldMkLst>
        <pc:spChg chg="mod">
          <ac:chgData name="Dhanashree Hadsul" userId="S::dhanashree.hadsul@fcrit.ac.in::5263820c-7dfe-4b85-9f4c-b3dd882c9933" providerId="AD" clId="Web-{2F6F618A-5186-7F88-5689-15FAEF0A7FD6}" dt="2024-02-12T16:34:03.177" v="56" actId="1076"/>
          <ac:spMkLst>
            <pc:docMk/>
            <pc:sldMk cId="337076715" sldId="299"/>
            <ac:spMk id="2" creationId="{DDC5AA67-7128-010B-6686-894E9026C3B3}"/>
          </ac:spMkLst>
        </pc:spChg>
        <pc:spChg chg="mod">
          <ac:chgData name="Dhanashree Hadsul" userId="S::dhanashree.hadsul@fcrit.ac.in::5263820c-7dfe-4b85-9f4c-b3dd882c9933" providerId="AD" clId="Web-{2F6F618A-5186-7F88-5689-15FAEF0A7FD6}" dt="2024-02-12T16:34:06.849" v="57" actId="14100"/>
          <ac:spMkLst>
            <pc:docMk/>
            <pc:sldMk cId="337076715" sldId="299"/>
            <ac:spMk id="3" creationId="{3F376F3D-9084-3A47-0524-4C5C84B358F2}"/>
          </ac:spMkLst>
        </pc:spChg>
      </pc:sldChg>
      <pc:sldChg chg="modSp new">
        <pc:chgData name="Dhanashree Hadsul" userId="S::dhanashree.hadsul@fcrit.ac.in::5263820c-7dfe-4b85-9f4c-b3dd882c9933" providerId="AD" clId="Web-{2F6F618A-5186-7F88-5689-15FAEF0A7FD6}" dt="2024-02-12T16:47:29.122" v="90" actId="20577"/>
        <pc:sldMkLst>
          <pc:docMk/>
          <pc:sldMk cId="3988021439" sldId="300"/>
        </pc:sldMkLst>
        <pc:spChg chg="mod">
          <ac:chgData name="Dhanashree Hadsul" userId="S::dhanashree.hadsul@fcrit.ac.in::5263820c-7dfe-4b85-9f4c-b3dd882c9933" providerId="AD" clId="Web-{2F6F618A-5186-7F88-5689-15FAEF0A7FD6}" dt="2024-02-12T16:34:47.318" v="59" actId="20577"/>
          <ac:spMkLst>
            <pc:docMk/>
            <pc:sldMk cId="3988021439" sldId="300"/>
            <ac:spMk id="2" creationId="{C1BEB6F0-67B0-57C1-BB44-AFD9ABA22A9A}"/>
          </ac:spMkLst>
        </pc:spChg>
        <pc:spChg chg="mod">
          <ac:chgData name="Dhanashree Hadsul" userId="S::dhanashree.hadsul@fcrit.ac.in::5263820c-7dfe-4b85-9f4c-b3dd882c9933" providerId="AD" clId="Web-{2F6F618A-5186-7F88-5689-15FAEF0A7FD6}" dt="2024-02-12T16:47:29.122" v="90" actId="20577"/>
          <ac:spMkLst>
            <pc:docMk/>
            <pc:sldMk cId="3988021439" sldId="300"/>
            <ac:spMk id="3" creationId="{C3F2D156-CCCD-4FEC-D099-66B79B907638}"/>
          </ac:spMkLst>
        </pc:spChg>
      </pc:sldChg>
      <pc:sldChg chg="modSp new">
        <pc:chgData name="Dhanashree Hadsul" userId="S::dhanashree.hadsul@fcrit.ac.in::5263820c-7dfe-4b85-9f4c-b3dd882c9933" providerId="AD" clId="Web-{2F6F618A-5186-7F88-5689-15FAEF0A7FD6}" dt="2024-02-12T16:54:57.189" v="104" actId="14100"/>
        <pc:sldMkLst>
          <pc:docMk/>
          <pc:sldMk cId="669648028" sldId="301"/>
        </pc:sldMkLst>
        <pc:spChg chg="mod">
          <ac:chgData name="Dhanashree Hadsul" userId="S::dhanashree.hadsul@fcrit.ac.in::5263820c-7dfe-4b85-9f4c-b3dd882c9933" providerId="AD" clId="Web-{2F6F618A-5186-7F88-5689-15FAEF0A7FD6}" dt="2024-02-12T16:47:42.779" v="93" actId="20577"/>
          <ac:spMkLst>
            <pc:docMk/>
            <pc:sldMk cId="669648028" sldId="301"/>
            <ac:spMk id="2" creationId="{966610DD-B6D4-A47F-61B1-2D4EE3BDBEE4}"/>
          </ac:spMkLst>
        </pc:spChg>
        <pc:spChg chg="mod">
          <ac:chgData name="Dhanashree Hadsul" userId="S::dhanashree.hadsul@fcrit.ac.in::5263820c-7dfe-4b85-9f4c-b3dd882c9933" providerId="AD" clId="Web-{2F6F618A-5186-7F88-5689-15FAEF0A7FD6}" dt="2024-02-12T16:54:57.189" v="104" actId="14100"/>
          <ac:spMkLst>
            <pc:docMk/>
            <pc:sldMk cId="669648028" sldId="301"/>
            <ac:spMk id="3" creationId="{2BF48E24-08BD-3CB3-9DBE-F3B105769E34}"/>
          </ac:spMkLst>
        </pc:spChg>
      </pc:sldChg>
      <pc:sldChg chg="modSp new">
        <pc:chgData name="Dhanashree Hadsul" userId="S::dhanashree.hadsul@fcrit.ac.in::5263820c-7dfe-4b85-9f4c-b3dd882c9933" providerId="AD" clId="Web-{2F6F618A-5186-7F88-5689-15FAEF0A7FD6}" dt="2024-02-12T17:00:31.083" v="119" actId="20577"/>
        <pc:sldMkLst>
          <pc:docMk/>
          <pc:sldMk cId="1072664365" sldId="302"/>
        </pc:sldMkLst>
        <pc:spChg chg="mod">
          <ac:chgData name="Dhanashree Hadsul" userId="S::dhanashree.hadsul@fcrit.ac.in::5263820c-7dfe-4b85-9f4c-b3dd882c9933" providerId="AD" clId="Web-{2F6F618A-5186-7F88-5689-15FAEF0A7FD6}" dt="2024-02-12T16:57:13.222" v="106" actId="20577"/>
          <ac:spMkLst>
            <pc:docMk/>
            <pc:sldMk cId="1072664365" sldId="302"/>
            <ac:spMk id="2" creationId="{1BF5E5F6-DA38-0D05-7B73-27DE2C549766}"/>
          </ac:spMkLst>
        </pc:spChg>
        <pc:spChg chg="mod">
          <ac:chgData name="Dhanashree Hadsul" userId="S::dhanashree.hadsul@fcrit.ac.in::5263820c-7dfe-4b85-9f4c-b3dd882c9933" providerId="AD" clId="Web-{2F6F618A-5186-7F88-5689-15FAEF0A7FD6}" dt="2024-02-12T17:00:31.083" v="119" actId="20577"/>
          <ac:spMkLst>
            <pc:docMk/>
            <pc:sldMk cId="1072664365" sldId="302"/>
            <ac:spMk id="3" creationId="{497B3F5A-FB74-DFE8-931C-E074607C6477}"/>
          </ac:spMkLst>
        </pc:spChg>
      </pc:sldChg>
      <pc:sldChg chg="delSp modSp new">
        <pc:chgData name="Dhanashree Hadsul" userId="S::dhanashree.hadsul@fcrit.ac.in::5263820c-7dfe-4b85-9f4c-b3dd882c9933" providerId="AD" clId="Web-{2F6F618A-5186-7F88-5689-15FAEF0A7FD6}" dt="2024-02-12T17:07:11.306" v="150" actId="20577"/>
        <pc:sldMkLst>
          <pc:docMk/>
          <pc:sldMk cId="3037166456" sldId="303"/>
        </pc:sldMkLst>
        <pc:spChg chg="del">
          <ac:chgData name="Dhanashree Hadsul" userId="S::dhanashree.hadsul@fcrit.ac.in::5263820c-7dfe-4b85-9f4c-b3dd882c9933" providerId="AD" clId="Web-{2F6F618A-5186-7F88-5689-15FAEF0A7FD6}" dt="2024-02-12T17:00:49.083" v="121"/>
          <ac:spMkLst>
            <pc:docMk/>
            <pc:sldMk cId="3037166456" sldId="303"/>
            <ac:spMk id="2" creationId="{B12C439E-9E92-3CEB-7B55-30FF426E299B}"/>
          </ac:spMkLst>
        </pc:spChg>
        <pc:spChg chg="mod">
          <ac:chgData name="Dhanashree Hadsul" userId="S::dhanashree.hadsul@fcrit.ac.in::5263820c-7dfe-4b85-9f4c-b3dd882c9933" providerId="AD" clId="Web-{2F6F618A-5186-7F88-5689-15FAEF0A7FD6}" dt="2024-02-12T17:07:11.306" v="150" actId="20577"/>
          <ac:spMkLst>
            <pc:docMk/>
            <pc:sldMk cId="3037166456" sldId="303"/>
            <ac:spMk id="3" creationId="{E9CD8A4E-3D62-DC1E-E1FC-696AD223B694}"/>
          </ac:spMkLst>
        </pc:spChg>
      </pc:sldChg>
      <pc:sldChg chg="delSp modSp new">
        <pc:chgData name="Dhanashree Hadsul" userId="S::dhanashree.hadsul@fcrit.ac.in::5263820c-7dfe-4b85-9f4c-b3dd882c9933" providerId="AD" clId="Web-{2F6F618A-5186-7F88-5689-15FAEF0A7FD6}" dt="2024-02-12T17:10:28.464" v="170" actId="20577"/>
        <pc:sldMkLst>
          <pc:docMk/>
          <pc:sldMk cId="1848878916" sldId="304"/>
        </pc:sldMkLst>
        <pc:spChg chg="del">
          <ac:chgData name="Dhanashree Hadsul" userId="S::dhanashree.hadsul@fcrit.ac.in::5263820c-7dfe-4b85-9f4c-b3dd882c9933" providerId="AD" clId="Web-{2F6F618A-5186-7F88-5689-15FAEF0A7FD6}" dt="2024-02-12T17:08:11.322" v="156"/>
          <ac:spMkLst>
            <pc:docMk/>
            <pc:sldMk cId="1848878916" sldId="304"/>
            <ac:spMk id="2" creationId="{E23B0D9C-395F-ECE3-8F2E-C608DFEDBC01}"/>
          </ac:spMkLst>
        </pc:spChg>
        <pc:spChg chg="mod">
          <ac:chgData name="Dhanashree Hadsul" userId="S::dhanashree.hadsul@fcrit.ac.in::5263820c-7dfe-4b85-9f4c-b3dd882c9933" providerId="AD" clId="Web-{2F6F618A-5186-7F88-5689-15FAEF0A7FD6}" dt="2024-02-12T17:10:28.464" v="170" actId="20577"/>
          <ac:spMkLst>
            <pc:docMk/>
            <pc:sldMk cId="1848878916" sldId="304"/>
            <ac:spMk id="3" creationId="{181A09DA-A3F8-0528-40D8-AB322D428E47}"/>
          </ac:spMkLst>
        </pc:spChg>
      </pc:sldChg>
    </pc:docChg>
  </pc:docChgLst>
  <pc:docChgLst>
    <pc:chgData name="Dhanashree Hadsul" userId="S::dhanashree.hadsul@fcrit.ac.in::5263820c-7dfe-4b85-9f4c-b3dd882c9933" providerId="AD" clId="Web-{AEA81AC2-18B4-C5CC-42A7-DC9D6603363C}"/>
    <pc:docChg chg="addSld modSld">
      <pc:chgData name="Dhanashree Hadsul" userId="S::dhanashree.hadsul@fcrit.ac.in::5263820c-7dfe-4b85-9f4c-b3dd882c9933" providerId="AD" clId="Web-{AEA81AC2-18B4-C5CC-42A7-DC9D6603363C}" dt="2024-02-12T05:03:03.886" v="87" actId="20577"/>
      <pc:docMkLst>
        <pc:docMk/>
      </pc:docMkLst>
      <pc:sldChg chg="modSp">
        <pc:chgData name="Dhanashree Hadsul" userId="S::dhanashree.hadsul@fcrit.ac.in::5263820c-7dfe-4b85-9f4c-b3dd882c9933" providerId="AD" clId="Web-{AEA81AC2-18B4-C5CC-42A7-DC9D6603363C}" dt="2024-02-12T04:12:51.032" v="23" actId="14100"/>
        <pc:sldMkLst>
          <pc:docMk/>
          <pc:sldMk cId="1741614787" sldId="275"/>
        </pc:sldMkLst>
        <pc:spChg chg="mod">
          <ac:chgData name="Dhanashree Hadsul" userId="S::dhanashree.hadsul@fcrit.ac.in::5263820c-7dfe-4b85-9f4c-b3dd882c9933" providerId="AD" clId="Web-{AEA81AC2-18B4-C5CC-42A7-DC9D6603363C}" dt="2024-02-12T03:59:11.106" v="5" actId="20577"/>
          <ac:spMkLst>
            <pc:docMk/>
            <pc:sldMk cId="1741614787" sldId="275"/>
            <ac:spMk id="2" creationId="{86F04598-BD6D-A140-4555-6B351E95E66C}"/>
          </ac:spMkLst>
        </pc:spChg>
        <pc:spChg chg="mod">
          <ac:chgData name="Dhanashree Hadsul" userId="S::dhanashree.hadsul@fcrit.ac.in::5263820c-7dfe-4b85-9f4c-b3dd882c9933" providerId="AD" clId="Web-{AEA81AC2-18B4-C5CC-42A7-DC9D6603363C}" dt="2024-02-12T04:12:51.032" v="23" actId="14100"/>
          <ac:spMkLst>
            <pc:docMk/>
            <pc:sldMk cId="1741614787" sldId="275"/>
            <ac:spMk id="3" creationId="{6347E609-8A06-8600-5001-7A67EC5D4EFE}"/>
          </ac:spMkLst>
        </pc:spChg>
      </pc:sldChg>
      <pc:sldChg chg="modSp new">
        <pc:chgData name="Dhanashree Hadsul" userId="S::dhanashree.hadsul@fcrit.ac.in::5263820c-7dfe-4b85-9f4c-b3dd882c9933" providerId="AD" clId="Web-{AEA81AC2-18B4-C5CC-42A7-DC9D6603363C}" dt="2024-02-12T04:03:16.424" v="11" actId="20577"/>
        <pc:sldMkLst>
          <pc:docMk/>
          <pc:sldMk cId="2578443444" sldId="276"/>
        </pc:sldMkLst>
        <pc:spChg chg="mod">
          <ac:chgData name="Dhanashree Hadsul" userId="S::dhanashree.hadsul@fcrit.ac.in::5263820c-7dfe-4b85-9f4c-b3dd882c9933" providerId="AD" clId="Web-{AEA81AC2-18B4-C5CC-42A7-DC9D6603363C}" dt="2024-02-12T04:03:16.424" v="11" actId="20577"/>
          <ac:spMkLst>
            <pc:docMk/>
            <pc:sldMk cId="2578443444" sldId="276"/>
            <ac:spMk id="2" creationId="{0C789DC3-6877-D5C5-1255-E348DB33C020}"/>
          </ac:spMkLst>
        </pc:spChg>
      </pc:sldChg>
      <pc:sldChg chg="modSp new">
        <pc:chgData name="Dhanashree Hadsul" userId="S::dhanashree.hadsul@fcrit.ac.in::5263820c-7dfe-4b85-9f4c-b3dd882c9933" providerId="AD" clId="Web-{AEA81AC2-18B4-C5CC-42A7-DC9D6603363C}" dt="2024-02-12T04:03:49.737" v="15" actId="20577"/>
        <pc:sldMkLst>
          <pc:docMk/>
          <pc:sldMk cId="3646576818" sldId="277"/>
        </pc:sldMkLst>
        <pc:spChg chg="mod">
          <ac:chgData name="Dhanashree Hadsul" userId="S::dhanashree.hadsul@fcrit.ac.in::5263820c-7dfe-4b85-9f4c-b3dd882c9933" providerId="AD" clId="Web-{AEA81AC2-18B4-C5CC-42A7-DC9D6603363C}" dt="2024-02-12T04:03:49.737" v="15" actId="20577"/>
          <ac:spMkLst>
            <pc:docMk/>
            <pc:sldMk cId="3646576818" sldId="277"/>
            <ac:spMk id="2" creationId="{C267C7D9-9115-2D31-AEA5-D6A2FDD20882}"/>
          </ac:spMkLst>
        </pc:spChg>
      </pc:sldChg>
      <pc:sldChg chg="new">
        <pc:chgData name="Dhanashree Hadsul" userId="S::dhanashree.hadsul@fcrit.ac.in::5263820c-7dfe-4b85-9f4c-b3dd882c9933" providerId="AD" clId="Web-{AEA81AC2-18B4-C5CC-42A7-DC9D6603363C}" dt="2024-02-12T04:03:52.441" v="16"/>
        <pc:sldMkLst>
          <pc:docMk/>
          <pc:sldMk cId="3820044028" sldId="278"/>
        </pc:sldMkLst>
      </pc:sldChg>
      <pc:sldChg chg="modSp new">
        <pc:chgData name="Dhanashree Hadsul" userId="S::dhanashree.hadsul@fcrit.ac.in::5263820c-7dfe-4b85-9f4c-b3dd882c9933" providerId="AD" clId="Web-{AEA81AC2-18B4-C5CC-42A7-DC9D6603363C}" dt="2024-02-12T04:47:13.834" v="62" actId="20577"/>
        <pc:sldMkLst>
          <pc:docMk/>
          <pc:sldMk cId="3710448631" sldId="279"/>
        </pc:sldMkLst>
        <pc:spChg chg="mod">
          <ac:chgData name="Dhanashree Hadsul" userId="S::dhanashree.hadsul@fcrit.ac.in::5263820c-7dfe-4b85-9f4c-b3dd882c9933" providerId="AD" clId="Web-{AEA81AC2-18B4-C5CC-42A7-DC9D6603363C}" dt="2024-02-12T04:45:01.175" v="39" actId="20577"/>
          <ac:spMkLst>
            <pc:docMk/>
            <pc:sldMk cId="3710448631" sldId="279"/>
            <ac:spMk id="2" creationId="{ED95FF8C-944D-BCEC-9588-2EA031A2EF32}"/>
          </ac:spMkLst>
        </pc:spChg>
        <pc:spChg chg="mod">
          <ac:chgData name="Dhanashree Hadsul" userId="S::dhanashree.hadsul@fcrit.ac.in::5263820c-7dfe-4b85-9f4c-b3dd882c9933" providerId="AD" clId="Web-{AEA81AC2-18B4-C5CC-42A7-DC9D6603363C}" dt="2024-02-12T04:47:13.834" v="62" actId="20577"/>
          <ac:spMkLst>
            <pc:docMk/>
            <pc:sldMk cId="3710448631" sldId="279"/>
            <ac:spMk id="3" creationId="{CEF8294B-AC20-6227-83EE-6E71BF392BC9}"/>
          </ac:spMkLst>
        </pc:spChg>
      </pc:sldChg>
      <pc:sldChg chg="modSp new">
        <pc:chgData name="Dhanashree Hadsul" userId="S::dhanashree.hadsul@fcrit.ac.in::5263820c-7dfe-4b85-9f4c-b3dd882c9933" providerId="AD" clId="Web-{AEA81AC2-18B4-C5CC-42A7-DC9D6603363C}" dt="2024-02-12T04:48:14.914" v="73" actId="20577"/>
        <pc:sldMkLst>
          <pc:docMk/>
          <pc:sldMk cId="2972572551" sldId="280"/>
        </pc:sldMkLst>
        <pc:spChg chg="mod">
          <ac:chgData name="Dhanashree Hadsul" userId="S::dhanashree.hadsul@fcrit.ac.in::5263820c-7dfe-4b85-9f4c-b3dd882c9933" providerId="AD" clId="Web-{AEA81AC2-18B4-C5CC-42A7-DC9D6603363C}" dt="2024-02-12T04:47:32.882" v="68" actId="20577"/>
          <ac:spMkLst>
            <pc:docMk/>
            <pc:sldMk cId="2972572551" sldId="280"/>
            <ac:spMk id="2" creationId="{A48814BF-8AC9-1907-8D22-A941AA73954C}"/>
          </ac:spMkLst>
        </pc:spChg>
        <pc:spChg chg="mod">
          <ac:chgData name="Dhanashree Hadsul" userId="S::dhanashree.hadsul@fcrit.ac.in::5263820c-7dfe-4b85-9f4c-b3dd882c9933" providerId="AD" clId="Web-{AEA81AC2-18B4-C5CC-42A7-DC9D6603363C}" dt="2024-02-12T04:48:14.914" v="73" actId="20577"/>
          <ac:spMkLst>
            <pc:docMk/>
            <pc:sldMk cId="2972572551" sldId="280"/>
            <ac:spMk id="3" creationId="{4DA7FD2B-A7AC-D97B-56CD-CB0E4B2772E0}"/>
          </ac:spMkLst>
        </pc:spChg>
      </pc:sldChg>
      <pc:sldChg chg="modSp new">
        <pc:chgData name="Dhanashree Hadsul" userId="S::dhanashree.hadsul@fcrit.ac.in::5263820c-7dfe-4b85-9f4c-b3dd882c9933" providerId="AD" clId="Web-{AEA81AC2-18B4-C5CC-42A7-DC9D6603363C}" dt="2024-02-12T05:02:59.324" v="83" actId="20577"/>
        <pc:sldMkLst>
          <pc:docMk/>
          <pc:sldMk cId="807337812" sldId="281"/>
        </pc:sldMkLst>
        <pc:spChg chg="mod">
          <ac:chgData name="Dhanashree Hadsul" userId="S::dhanashree.hadsul@fcrit.ac.in::5263820c-7dfe-4b85-9f4c-b3dd882c9933" providerId="AD" clId="Web-{AEA81AC2-18B4-C5CC-42A7-DC9D6603363C}" dt="2024-02-12T04:48:36.445" v="76" actId="20577"/>
          <ac:spMkLst>
            <pc:docMk/>
            <pc:sldMk cId="807337812" sldId="281"/>
            <ac:spMk id="2" creationId="{33F64CD5-54D6-851A-D32B-9AA421E0B79A}"/>
          </ac:spMkLst>
        </pc:spChg>
        <pc:spChg chg="mod">
          <ac:chgData name="Dhanashree Hadsul" userId="S::dhanashree.hadsul@fcrit.ac.in::5263820c-7dfe-4b85-9f4c-b3dd882c9933" providerId="AD" clId="Web-{AEA81AC2-18B4-C5CC-42A7-DC9D6603363C}" dt="2024-02-12T05:02:59.324" v="83" actId="20577"/>
          <ac:spMkLst>
            <pc:docMk/>
            <pc:sldMk cId="807337812" sldId="281"/>
            <ac:spMk id="3" creationId="{86B1005F-A0E4-6C4F-7896-487637089527}"/>
          </ac:spMkLst>
        </pc:spChg>
      </pc:sldChg>
      <pc:sldChg chg="modSp new">
        <pc:chgData name="Dhanashree Hadsul" userId="S::dhanashree.hadsul@fcrit.ac.in::5263820c-7dfe-4b85-9f4c-b3dd882c9933" providerId="AD" clId="Web-{AEA81AC2-18B4-C5CC-42A7-DC9D6603363C}" dt="2024-02-12T05:03:03.886" v="87" actId="20577"/>
        <pc:sldMkLst>
          <pc:docMk/>
          <pc:sldMk cId="768254726" sldId="282"/>
        </pc:sldMkLst>
        <pc:spChg chg="mod">
          <ac:chgData name="Dhanashree Hadsul" userId="S::dhanashree.hadsul@fcrit.ac.in::5263820c-7dfe-4b85-9f4c-b3dd882c9933" providerId="AD" clId="Web-{AEA81AC2-18B4-C5CC-42A7-DC9D6603363C}" dt="2024-02-12T05:03:03.886" v="87" actId="20577"/>
          <ac:spMkLst>
            <pc:docMk/>
            <pc:sldMk cId="768254726" sldId="282"/>
            <ac:spMk id="2" creationId="{D206F1E2-59A8-FD54-6BE8-553602271387}"/>
          </ac:spMkLst>
        </pc:spChg>
      </pc:sldChg>
    </pc:docChg>
  </pc:docChgLst>
  <pc:docChgLst>
    <pc:chgData name="Dhanashree Hadsul" userId="S::dhanashree.hadsul@fcrit.ac.in::5263820c-7dfe-4b85-9f4c-b3dd882c9933" providerId="AD" clId="Web-{94FC4F3A-2BE2-342C-B28C-6BAF61096894}"/>
    <pc:docChg chg="modSld">
      <pc:chgData name="Dhanashree Hadsul" userId="S::dhanashree.hadsul@fcrit.ac.in::5263820c-7dfe-4b85-9f4c-b3dd882c9933" providerId="AD" clId="Web-{94FC4F3A-2BE2-342C-B28C-6BAF61096894}" dt="2025-02-05T16:22:20.410" v="2" actId="14100"/>
      <pc:docMkLst>
        <pc:docMk/>
      </pc:docMkLst>
      <pc:sldChg chg="modSp">
        <pc:chgData name="Dhanashree Hadsul" userId="S::dhanashree.hadsul@fcrit.ac.in::5263820c-7dfe-4b85-9f4c-b3dd882c9933" providerId="AD" clId="Web-{94FC4F3A-2BE2-342C-B28C-6BAF61096894}" dt="2025-02-05T16:20:17.264" v="1" actId="20577"/>
        <pc:sldMkLst>
          <pc:docMk/>
          <pc:sldMk cId="2724513374" sldId="263"/>
        </pc:sldMkLst>
        <pc:spChg chg="mod">
          <ac:chgData name="Dhanashree Hadsul" userId="S::dhanashree.hadsul@fcrit.ac.in::5263820c-7dfe-4b85-9f4c-b3dd882c9933" providerId="AD" clId="Web-{94FC4F3A-2BE2-342C-B28C-6BAF61096894}" dt="2025-02-05T16:20:17.264" v="1" actId="20577"/>
          <ac:spMkLst>
            <pc:docMk/>
            <pc:sldMk cId="2724513374" sldId="263"/>
            <ac:spMk id="2" creationId="{D91EE00C-1948-9E68-E456-C851A128466D}"/>
          </ac:spMkLst>
        </pc:spChg>
      </pc:sldChg>
      <pc:sldChg chg="modSp">
        <pc:chgData name="Dhanashree Hadsul" userId="S::dhanashree.hadsul@fcrit.ac.in::5263820c-7dfe-4b85-9f4c-b3dd882c9933" providerId="AD" clId="Web-{94FC4F3A-2BE2-342C-B28C-6BAF61096894}" dt="2025-02-05T16:22:20.410" v="2" actId="14100"/>
        <pc:sldMkLst>
          <pc:docMk/>
          <pc:sldMk cId="1572334472" sldId="267"/>
        </pc:sldMkLst>
        <pc:spChg chg="mod">
          <ac:chgData name="Dhanashree Hadsul" userId="S::dhanashree.hadsul@fcrit.ac.in::5263820c-7dfe-4b85-9f4c-b3dd882c9933" providerId="AD" clId="Web-{94FC4F3A-2BE2-342C-B28C-6BAF61096894}" dt="2025-02-05T16:22:20.410" v="2" actId="14100"/>
          <ac:spMkLst>
            <pc:docMk/>
            <pc:sldMk cId="1572334472" sldId="267"/>
            <ac:spMk id="3" creationId="{A84EC08F-CA89-C397-F561-AAF41BD165A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85FA3E-41BE-46EF-B1B9-6A22E7426DD8}" type="datetimeFigureOut">
              <a:t>4/24/2025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330338-9941-4DCC-B9FB-E6B86046F234}" type="slidenum">
              <a:t>‹#›</a:t>
            </a:fld>
            <a:endParaRPr lang="en-US"/>
          </a:p>
        </p:txBody>
      </p:sp>
    </p:spTree>
    <p:extLst>
      <p:ext uri="{BB962C8B-B14F-4D97-AF65-F5344CB8AC3E}">
        <p14:creationId xmlns:p14="http://schemas.microsoft.com/office/powerpoint/2010/main" val="444562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have your very first project meeting (often called a “project kickoff meeting”), there should be a person from the security team present, to take part in the project from its very inception. Even though this person will not be working full time on the project, they should be part of the team and make themselves available regularly to ensure that all security questions and concerns are addressed in a timely manner. Assigning a security person to a project team is sometimes called the partnership model or the person is referring to as being “matrixed into the team.” No matter what you call it, this person is there to ensure that security’s interests (CIA) are represented throughout the entire project.</a:t>
            </a:r>
          </a:p>
        </p:txBody>
      </p:sp>
      <p:sp>
        <p:nvSpPr>
          <p:cNvPr id="4" name="Slide Number Placeholder 3"/>
          <p:cNvSpPr>
            <a:spLocks noGrp="1"/>
          </p:cNvSpPr>
          <p:nvPr>
            <p:ph type="sldNum" sz="quarter" idx="5"/>
          </p:nvPr>
        </p:nvSpPr>
        <p:spPr/>
        <p:txBody>
          <a:bodyPr/>
          <a:lstStyle/>
          <a:p>
            <a:fld id="{8B330338-9941-4DCC-B9FB-E6B86046F234}" type="slidenum">
              <a:t>4</a:t>
            </a:fld>
            <a:endParaRPr lang="en-US"/>
          </a:p>
        </p:txBody>
      </p:sp>
    </p:spTree>
    <p:extLst>
      <p:ext uri="{BB962C8B-B14F-4D97-AF65-F5344CB8AC3E}">
        <p14:creationId xmlns:p14="http://schemas.microsoft.com/office/powerpoint/2010/main" val="5535757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many, many tools on the market that can verify if your third-party components are known to be vulnerable. This book is not going to recommend specific tools or vendors, but instead it will offer strategic uses of such tools. The first strategy is that if you can afford it, use two tools, not one. They all check different databases and in different ways, and therefore may not catch the same things. The second strategy is that you should regularly scan your code repository (daily, or at least weekly), as well as scan every time you release code to production. You should scan your repository because some of your applications will be published rarely, but new vulnerabilities are still being Chapter 2 ■ Security Requirements 31 found all the time. The older the components are that you are including in your code, the more time there has been for security researchers and malicious actors to review them, and potentially find vulnerabilities in them. You should scan every time you release your code because you (or your teammates) may have added a new component or upgraded a component to a version that is known to be vulnerable but not realized it. Building this into your CI/CD pipeline (or whatever other process you use to publish your code) would protect you from unintentionally including harmful third-party code. Note that this step is the scan for known vulnerabilities in third-party code. There are likely to be more vulnerabilities that remain unknown. Checking for known vulnerabilities is the bare minimum in regard to creating secure software. If you are building software that requires a very high level of assurance, you should test and review every single line of code that your application depends on. A best practice when it comes to third-party components is to only include the ones that you need, as opposed to including every cool new thing you see on the internet. Although this will be a tough sell with developers (let’s face it, new tech is exciting and fun), if you can explain the risks involved and pro‑ pose an alternative or solution, rather than just saying no, you are more likely to have positive results.</a:t>
            </a:r>
          </a:p>
        </p:txBody>
      </p:sp>
      <p:sp>
        <p:nvSpPr>
          <p:cNvPr id="4" name="Slide Number Placeholder 3"/>
          <p:cNvSpPr>
            <a:spLocks noGrp="1"/>
          </p:cNvSpPr>
          <p:nvPr>
            <p:ph type="sldNum" sz="quarter" idx="5"/>
          </p:nvPr>
        </p:nvSpPr>
        <p:spPr/>
        <p:txBody>
          <a:bodyPr/>
          <a:lstStyle/>
          <a:p>
            <a:fld id="{8B330338-9941-4DCC-B9FB-E6B86046F234}" type="slidenum">
              <a:rPr lang="en-GB"/>
              <a:t>16</a:t>
            </a:fld>
            <a:endParaRPr lang="en-GB"/>
          </a:p>
        </p:txBody>
      </p:sp>
    </p:spTree>
    <p:extLst>
      <p:ext uri="{BB962C8B-B14F-4D97-AF65-F5344CB8AC3E}">
        <p14:creationId xmlns:p14="http://schemas.microsoft.com/office/powerpoint/2010/main" val="20086789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err="1"/>
              <a:t>SameSite</a:t>
            </a:r>
            <a:r>
              <a:rPr lang="en-US" b="1" dirty="0"/>
              <a:t> Attribute Values</a:t>
            </a:r>
            <a:r>
              <a:rPr lang="en-US" dirty="0"/>
              <a:t>:</a:t>
            </a:r>
          </a:p>
          <a:p>
            <a:pPr marL="285750" indent="-285750">
              <a:buFont typeface="Arial"/>
              <a:buChar char="•"/>
            </a:pPr>
            <a:r>
              <a:rPr lang="en-US" dirty="0"/>
              <a:t>"Strict": If a cookie is set with "SameSite=Strict", it will only be sent in a first-party context. This means the cookie will only be sent along with requests initiated from the same site as the domain that set the cookie.</a:t>
            </a:r>
          </a:p>
          <a:p>
            <a:pPr marL="285750" indent="-285750">
              <a:buFont typeface="Arial"/>
              <a:buChar char="•"/>
            </a:pPr>
            <a:r>
              <a:rPr lang="en-US" dirty="0"/>
              <a:t>"Lax": If a cookie is set with "SameSite=Lax", it will be sent along with cross-origin GET requests, such as when navigating to a link from an external site, but not with cross-origin POST requests, which are typically used for actions like form submissions.</a:t>
            </a:r>
          </a:p>
          <a:p>
            <a:pPr marL="285750" indent="-285750">
              <a:buFont typeface="Arial"/>
              <a:buChar char="•"/>
            </a:pPr>
            <a:r>
              <a:rPr lang="en-US" dirty="0"/>
              <a:t>"None": If a cookie is set with "SameSite=None", it will be sent in both first-party and cross-origin contexts. However, when setting "SameSite=None", the cookie must also be marked as "Secure" (sent only over HTTPS) to prevent it from being sent over unencrypted connections.</a:t>
            </a:r>
          </a:p>
          <a:p>
            <a:endParaRPr lang="en-US" dirty="0">
              <a:cs typeface="Calibri"/>
            </a:endParaRPr>
          </a:p>
        </p:txBody>
      </p:sp>
      <p:sp>
        <p:nvSpPr>
          <p:cNvPr id="4" name="Slide Number Placeholder 3"/>
          <p:cNvSpPr>
            <a:spLocks noGrp="1"/>
          </p:cNvSpPr>
          <p:nvPr>
            <p:ph type="sldNum" sz="quarter" idx="5"/>
          </p:nvPr>
        </p:nvSpPr>
        <p:spPr/>
        <p:txBody>
          <a:bodyPr/>
          <a:lstStyle/>
          <a:p>
            <a:fld id="{8B330338-9941-4DCC-B9FB-E6B86046F234}" type="slidenum">
              <a:rPr lang="en-US"/>
              <a:t>27</a:t>
            </a:fld>
            <a:endParaRPr lang="en-US"/>
          </a:p>
        </p:txBody>
      </p:sp>
    </p:spTree>
    <p:extLst>
      <p:ext uri="{BB962C8B-B14F-4D97-AF65-F5344CB8AC3E}">
        <p14:creationId xmlns:p14="http://schemas.microsoft.com/office/powerpoint/2010/main" val="7100237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Information We Collect:</a:t>
            </a:r>
            <a:endParaRPr lang="en-US"/>
          </a:p>
          <a:p>
            <a:pPr marL="285750" indent="-285750">
              <a:buFont typeface="Arial"/>
              <a:buChar char="•"/>
            </a:pPr>
            <a:r>
              <a:rPr lang="en-US" b="1"/>
              <a:t>Personal Information:</a:t>
            </a:r>
            <a:r>
              <a:rPr lang="en-US"/>
              <a:t> When you interact with us, we may collect personal information such as your name, email address, phone number, and job title.</a:t>
            </a:r>
          </a:p>
          <a:p>
            <a:pPr marL="285750" indent="-285750">
              <a:buFont typeface="Arial"/>
              <a:buChar char="•"/>
            </a:pPr>
            <a:r>
              <a:rPr lang="en-US" b="1"/>
              <a:t>Usage Information:</a:t>
            </a:r>
            <a:r>
              <a:rPr lang="en-US"/>
              <a:t> We may collect information about how you interact with our website, products, and services, including IP addresses, browser types, and device identifiers.</a:t>
            </a:r>
          </a:p>
          <a:p>
            <a:pPr marL="285750" indent="-285750">
              <a:buFont typeface="Arial"/>
              <a:buChar char="•"/>
            </a:pPr>
            <a:r>
              <a:rPr lang="en-US" b="1"/>
              <a:t>Cookies and Similar Technologies:</a:t>
            </a:r>
            <a:r>
              <a:rPr lang="en-US"/>
              <a:t> We use cookies and similar technologies to enhance your experience, analyze trends, and personalize content and advertising.</a:t>
            </a:r>
          </a:p>
          <a:p>
            <a:r>
              <a:rPr lang="en-US" b="1"/>
              <a:t>How We Use Your Information:</a:t>
            </a:r>
            <a:endParaRPr lang="en-US"/>
          </a:p>
          <a:p>
            <a:pPr marL="285750" indent="-285750">
              <a:buFont typeface="Arial"/>
              <a:buChar char="•"/>
            </a:pPr>
            <a:r>
              <a:rPr lang="en-US" b="1"/>
              <a:t>To Provide Services:</a:t>
            </a:r>
            <a:r>
              <a:rPr lang="en-US"/>
              <a:t> We use your information to provide and improve our products and services, respond to inquiries, and communicate with you about your account.</a:t>
            </a:r>
          </a:p>
          <a:p>
            <a:pPr marL="285750" indent="-285750">
              <a:buFont typeface="Arial"/>
              <a:buChar char="•"/>
            </a:pPr>
            <a:r>
              <a:rPr lang="en-US" b="1"/>
              <a:t>Marketing and Communications:</a:t>
            </a:r>
            <a:r>
              <a:rPr lang="en-US"/>
              <a:t> With your consent, we may send you promotional materials and other communications about our products, services, and events.</a:t>
            </a:r>
          </a:p>
          <a:p>
            <a:pPr marL="285750" indent="-285750">
              <a:buFont typeface="Arial"/>
              <a:buChar char="•"/>
            </a:pPr>
            <a:r>
              <a:rPr lang="en-US" b="1"/>
              <a:t>Analytics:</a:t>
            </a:r>
            <a:r>
              <a:rPr lang="en-US"/>
              <a:t> We may use your information to analyze trends, track user activities, and gather demographic information for internal purposes.</a:t>
            </a:r>
          </a:p>
          <a:p>
            <a:r>
              <a:rPr lang="en-US" b="1"/>
              <a:t>Information Sharing:</a:t>
            </a:r>
            <a:endParaRPr lang="en-US"/>
          </a:p>
          <a:p>
            <a:pPr marL="285750" indent="-285750">
              <a:buFont typeface="Arial"/>
              <a:buChar char="•"/>
            </a:pPr>
            <a:r>
              <a:rPr lang="en-US" b="1"/>
              <a:t>Third-Party Service Providers:</a:t>
            </a:r>
            <a:r>
              <a:rPr lang="en-US"/>
              <a:t> We may share your information with trusted third-party service providers who assist us in operating our website, conducting business, or servicing you.</a:t>
            </a:r>
          </a:p>
          <a:p>
            <a:pPr marL="285750" indent="-285750">
              <a:buFont typeface="Arial"/>
              <a:buChar char="•"/>
            </a:pPr>
            <a:r>
              <a:rPr lang="en-US" b="1"/>
              <a:t>Legal Compliance:</a:t>
            </a:r>
            <a:r>
              <a:rPr lang="en-US"/>
              <a:t> We may disclose your information as required by law, regulation, or legal process, or to protect our rights, property, or safety.</a:t>
            </a:r>
          </a:p>
          <a:p>
            <a:endParaRPr lang="en-US" dirty="0">
              <a:cs typeface="Calibri"/>
            </a:endParaRPr>
          </a:p>
        </p:txBody>
      </p:sp>
      <p:sp>
        <p:nvSpPr>
          <p:cNvPr id="4" name="Slide Number Placeholder 3"/>
          <p:cNvSpPr>
            <a:spLocks noGrp="1"/>
          </p:cNvSpPr>
          <p:nvPr>
            <p:ph type="sldNum" sz="quarter" idx="5"/>
          </p:nvPr>
        </p:nvSpPr>
        <p:spPr/>
        <p:txBody>
          <a:bodyPr/>
          <a:lstStyle/>
          <a:p>
            <a:fld id="{8B330338-9941-4DCC-B9FB-E6B86046F234}" type="slidenum">
              <a:rPr lang="en-US"/>
              <a:t>28</a:t>
            </a:fld>
            <a:endParaRPr lang="en-US"/>
          </a:p>
        </p:txBody>
      </p:sp>
    </p:spTree>
    <p:extLst>
      <p:ext uri="{BB962C8B-B14F-4D97-AF65-F5344CB8AC3E}">
        <p14:creationId xmlns:p14="http://schemas.microsoft.com/office/powerpoint/2010/main" val="4730578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recall from earlier, hashing means a one‑way cryptographic process, it cannot be undone. The process of salting is adding a unique, long value to a value before you hash it, in order to increase entropy and to make it even more difficult for a potential attacker to crack or guess a password. This means that when your application has a user login, it will run the hashing and salting functions against the value the user entered, then compare the result to what is stored in the database.</a:t>
            </a:r>
          </a:p>
        </p:txBody>
      </p:sp>
      <p:sp>
        <p:nvSpPr>
          <p:cNvPr id="4" name="Slide Number Placeholder 3"/>
          <p:cNvSpPr>
            <a:spLocks noGrp="1"/>
          </p:cNvSpPr>
          <p:nvPr>
            <p:ph type="sldNum" sz="quarter" idx="5"/>
          </p:nvPr>
        </p:nvSpPr>
        <p:spPr/>
        <p:txBody>
          <a:bodyPr/>
          <a:lstStyle/>
          <a:p>
            <a:fld id="{8B330338-9941-4DCC-B9FB-E6B86046F234}" type="slidenum">
              <a:rPr lang="en-US"/>
              <a:t>35</a:t>
            </a:fld>
            <a:endParaRPr lang="en-US"/>
          </a:p>
        </p:txBody>
      </p:sp>
    </p:spTree>
    <p:extLst>
      <p:ext uri="{BB962C8B-B14F-4D97-AF65-F5344CB8AC3E}">
        <p14:creationId xmlns:p14="http://schemas.microsoft.com/office/powerpoint/2010/main" val="21864577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Authentication and Authorization</a:t>
            </a:r>
            <a:r>
              <a:rPr lang="en-US"/>
              <a:t>: Most frameworks provide built-in mechanisms for user authentication and authorization. This includes features such as user authentication via username/password or third-party providers (OAuth, OpenID), as well as role-based access control (RBAC) for defining and enforcing user permissions.</a:t>
            </a:r>
          </a:p>
          <a:p>
            <a:r>
              <a:rPr lang="en-US" b="1" dirty="0"/>
              <a:t>Cross-Site Scripting (XSS) Protection</a:t>
            </a:r>
            <a:r>
              <a:rPr lang="en-US" dirty="0"/>
              <a:t>: XSS is a common web security vulnerability. Frameworks often include features to automatically sanitize user input and output to prevent XSS attacks. This can include HTML escaping, input validation, and output encoding.</a:t>
            </a:r>
            <a:endParaRPr lang="en-US" dirty="0">
              <a:cs typeface="Calibri"/>
            </a:endParaRPr>
          </a:p>
          <a:p>
            <a:r>
              <a:rPr lang="en-US" b="1" dirty="0"/>
              <a:t>Cross-Site Request Forgery (CSRF) Protection</a:t>
            </a:r>
            <a:r>
              <a:rPr lang="en-US" dirty="0"/>
              <a:t>: CSRF protection helps prevent attackers from tricking users into performing unintended actions on a web application. Frameworks may provide CSRF tokens or built-in middleware to automatically validate and mitigate CSRF attacks.</a:t>
            </a:r>
            <a:endParaRPr lang="en-US" dirty="0">
              <a:cs typeface="Calibri"/>
            </a:endParaRPr>
          </a:p>
          <a:p>
            <a:r>
              <a:rPr lang="en-US" b="1" dirty="0"/>
              <a:t>SQL Injection Prevention</a:t>
            </a:r>
            <a:r>
              <a:rPr lang="en-US" dirty="0"/>
              <a:t>: SQL injection is a serious security vulnerability that can lead to unauthorized access to databases. Frameworks typically provide features like parameterized queries, ORM (Object-Relational Mapping) libraries, or query builders to prevent SQL injection attacks.</a:t>
            </a:r>
            <a:endParaRPr lang="en-US" dirty="0">
              <a:cs typeface="Calibri"/>
            </a:endParaRPr>
          </a:p>
          <a:p>
            <a:r>
              <a:rPr lang="en-US" b="1" dirty="0"/>
              <a:t>Session Management</a:t>
            </a:r>
            <a:r>
              <a:rPr lang="en-US" dirty="0"/>
              <a:t>: Frameworks often include built-in session management functionality to securely manage user sessions. This may include session encryption, session ID regeneration, and session expiration mechanisms to mitigate session-related attacks like session fixation and session hijacking.</a:t>
            </a:r>
            <a:endParaRPr lang="en-US" dirty="0">
              <a:cs typeface="Calibri"/>
            </a:endParaRPr>
          </a:p>
          <a:p>
            <a:r>
              <a:rPr lang="en-US" b="1" dirty="0"/>
              <a:t>Input Validation and Sanitization</a:t>
            </a:r>
            <a:r>
              <a:rPr lang="en-US" dirty="0"/>
              <a:t>: Proper input validation and sanitization are crucial for preventing a wide range of security vulnerabilities, including XSS, SQL injection, and command injection. Frameworks may offer validation libraries or built-in validation and sanitization functions to help developers validate and sanitize user input effectively.</a:t>
            </a:r>
            <a:endParaRPr lang="en-US" dirty="0">
              <a:cs typeface="Calibri"/>
            </a:endParaRPr>
          </a:p>
          <a:p>
            <a:r>
              <a:rPr lang="en-US" b="1" dirty="0"/>
              <a:t>HTTPS Support</a:t>
            </a:r>
            <a:r>
              <a:rPr lang="en-US" dirty="0"/>
              <a:t>: HTTPS encrypts data transmitted between the client and server, providing confidentiality and integrity protection. Many frameworks offer built-in support for HTTPS, making it easier for developers to enable secure communication between clients and servers.</a:t>
            </a:r>
            <a:endParaRPr lang="en-US" dirty="0">
              <a:cs typeface="Calibri"/>
            </a:endParaRPr>
          </a:p>
          <a:p>
            <a:r>
              <a:rPr lang="en-US" b="1" dirty="0"/>
              <a:t>Content Security Policy (CSP)</a:t>
            </a:r>
            <a:r>
              <a:rPr lang="en-US" dirty="0"/>
              <a:t>: CSP is a security feature that helps mitigate XSS attacks by allowing developers to specify which resources (e.g., scripts, stylesheets, images) are allowed to be loaded by a web page. Some frameworks provide built-in support for CSP or offer middleware/plugins to help developers implement CSP effectively.</a:t>
            </a:r>
            <a:endParaRPr lang="en-US" dirty="0">
              <a:cs typeface="Calibri"/>
            </a:endParaRPr>
          </a:p>
          <a:p>
            <a:r>
              <a:rPr lang="en-US" b="1" dirty="0"/>
              <a:t>Rate Limiting and Throttling</a:t>
            </a:r>
            <a:r>
              <a:rPr lang="en-US" dirty="0"/>
              <a:t>: To prevent abuse and mitigate denial-of-service (DoS) attacks, frameworks may offer rate-limiting and throttling features. These features allow developers to limit the number of requests made by a user or IP address within a certain time period.</a:t>
            </a:r>
            <a:endParaRPr lang="en-US" dirty="0">
              <a:cs typeface="Calibri"/>
            </a:endParaRPr>
          </a:p>
          <a:p>
            <a:r>
              <a:rPr lang="en-US" b="1" dirty="0"/>
              <a:t>Security Headers</a:t>
            </a:r>
            <a:r>
              <a:rPr lang="en-US" dirty="0"/>
              <a:t>: Frameworks may provide support for setting security-related HTTP headers, such as Content-Security-Policy, X-Frame-Options, X-XSS-Protection, and X-Content-Type-Options, to help protect against various web security vulnerabilities.</a:t>
            </a:r>
            <a:endParaRPr lang="en-US" dirty="0">
              <a:cs typeface="Calibri"/>
            </a:endParaRPr>
          </a:p>
          <a:p>
            <a:r>
              <a:rPr lang="en-US" dirty="0"/>
              <a:t>These are just a few examples of the security features commonly found in modern frameworks. It's important for developers to familiarize themselves with the security features provided by their chosen framework and to follow best practices for secure application development. Additionally, developers should stay informed about emerging security threats and regularly update their applications and dependencies to address known vulnerabilities.</a:t>
            </a:r>
            <a:endParaRPr lang="en-US" dirty="0">
              <a:cs typeface="Calibri"/>
            </a:endParaRPr>
          </a:p>
          <a:p>
            <a:br>
              <a:rPr lang="en-US" dirty="0"/>
            </a:br>
            <a:endParaRPr lang="en-US" dirty="0"/>
          </a:p>
          <a:p>
            <a:endParaRPr lang="en-US" dirty="0">
              <a:cs typeface="Calibri"/>
            </a:endParaRPr>
          </a:p>
        </p:txBody>
      </p:sp>
      <p:sp>
        <p:nvSpPr>
          <p:cNvPr id="4" name="Slide Number Placeholder 3"/>
          <p:cNvSpPr>
            <a:spLocks noGrp="1"/>
          </p:cNvSpPr>
          <p:nvPr>
            <p:ph type="sldNum" sz="quarter" idx="5"/>
          </p:nvPr>
        </p:nvSpPr>
        <p:spPr/>
        <p:txBody>
          <a:bodyPr/>
          <a:lstStyle/>
          <a:p>
            <a:fld id="{8B330338-9941-4DCC-B9FB-E6B86046F234}" type="slidenum">
              <a:rPr lang="en-US"/>
              <a:t>39</a:t>
            </a:fld>
            <a:endParaRPr lang="en-US"/>
          </a:p>
        </p:txBody>
      </p:sp>
    </p:spTree>
    <p:extLst>
      <p:ext uri="{BB962C8B-B14F-4D97-AF65-F5344CB8AC3E}">
        <p14:creationId xmlns:p14="http://schemas.microsoft.com/office/powerpoint/2010/main" val="29739147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4/24/2025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4/24/2025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4/24/2025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4/24/2025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4/24/2025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4/24/2025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4/24/2025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4/24/2025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4/24/2025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4/24/2025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ea typeface="+mj-lt"/>
                <a:cs typeface="+mj-lt"/>
              </a:rPr>
              <a:t>Secure Coding Practices </a:t>
            </a:r>
            <a:endParaRPr lang="en-US"/>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9B5ED-5566-3493-FE96-37D147E29508}"/>
              </a:ext>
            </a:extLst>
          </p:cNvPr>
          <p:cNvSpPr>
            <a:spLocks noGrp="1"/>
          </p:cNvSpPr>
          <p:nvPr>
            <p:ph type="title"/>
          </p:nvPr>
        </p:nvSpPr>
        <p:spPr/>
        <p:txBody>
          <a:bodyPr/>
          <a:lstStyle/>
          <a:p>
            <a:r>
              <a:rPr lang="en-US" dirty="0">
                <a:ea typeface="Calibri Light"/>
                <a:cs typeface="Calibri Light"/>
              </a:rPr>
              <a:t>Outline</a:t>
            </a:r>
            <a:endParaRPr lang="en-US" dirty="0"/>
          </a:p>
        </p:txBody>
      </p:sp>
      <p:sp>
        <p:nvSpPr>
          <p:cNvPr id="3" name="Content Placeholder 2">
            <a:extLst>
              <a:ext uri="{FF2B5EF4-FFF2-40B4-BE49-F238E27FC236}">
                <a16:creationId xmlns:a16="http://schemas.microsoft.com/office/drawing/2014/main" id="{C07233C1-0124-80FD-63E2-8C18C9C39311}"/>
              </a:ext>
            </a:extLst>
          </p:cNvPr>
          <p:cNvSpPr>
            <a:spLocks noGrp="1"/>
          </p:cNvSpPr>
          <p:nvPr>
            <p:ph idx="1"/>
          </p:nvPr>
        </p:nvSpPr>
        <p:spPr/>
        <p:txBody>
          <a:bodyPr vert="horz" lIns="91440" tIns="45720" rIns="91440" bIns="45720" rtlCol="0" anchor="t">
            <a:normAutofit lnSpcReduction="10000"/>
          </a:bodyPr>
          <a:lstStyle/>
          <a:p>
            <a:r>
              <a:rPr lang="en-US" dirty="0">
                <a:ea typeface="+mn-lt"/>
                <a:cs typeface="+mn-lt"/>
              </a:rPr>
              <a:t>Security Requirements</a:t>
            </a:r>
          </a:p>
          <a:p>
            <a:r>
              <a:rPr lang="en-US" dirty="0">
                <a:ea typeface="+mn-lt"/>
                <a:cs typeface="+mn-lt"/>
              </a:rPr>
              <a:t>Encryption</a:t>
            </a:r>
          </a:p>
          <a:p>
            <a:r>
              <a:rPr lang="en-US" dirty="0">
                <a:ea typeface="+mn-lt"/>
                <a:cs typeface="+mn-lt"/>
              </a:rPr>
              <a:t>Never Trust System Input</a:t>
            </a:r>
          </a:p>
          <a:p>
            <a:r>
              <a:rPr lang="en-US" dirty="0">
                <a:ea typeface="+mn-lt"/>
                <a:cs typeface="+mn-lt"/>
              </a:rPr>
              <a:t>Encoding and Escaping</a:t>
            </a:r>
          </a:p>
          <a:p>
            <a:r>
              <a:rPr lang="en-US" dirty="0">
                <a:ea typeface="+mn-lt"/>
                <a:cs typeface="+mn-lt"/>
              </a:rPr>
              <a:t>Third-Party Components </a:t>
            </a:r>
          </a:p>
          <a:p>
            <a:r>
              <a:rPr lang="en-US" dirty="0">
                <a:ea typeface="+mn-lt"/>
                <a:cs typeface="+mn-lt"/>
              </a:rPr>
              <a:t>Security Headers: Seatbelts for Web Apps</a:t>
            </a:r>
          </a:p>
          <a:p>
            <a:r>
              <a:rPr lang="en-US" dirty="0">
                <a:ea typeface="+mn-lt"/>
                <a:cs typeface="+mn-lt"/>
              </a:rPr>
              <a:t>Securing Your Cookies, Passwords, Storage, and Other Important Decisions</a:t>
            </a:r>
          </a:p>
          <a:p>
            <a:r>
              <a:rPr lang="en-US" dirty="0">
                <a:ea typeface="+mn-lt"/>
                <a:cs typeface="+mn-lt"/>
              </a:rPr>
              <a:t> HTTPS Everywhere</a:t>
            </a:r>
            <a:endParaRPr lang="en-US" dirty="0">
              <a:ea typeface="Calibri"/>
              <a:cs typeface="Calibri"/>
            </a:endParaRPr>
          </a:p>
        </p:txBody>
      </p:sp>
    </p:spTree>
    <p:extLst>
      <p:ext uri="{BB962C8B-B14F-4D97-AF65-F5344CB8AC3E}">
        <p14:creationId xmlns:p14="http://schemas.microsoft.com/office/powerpoint/2010/main" val="5281546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1D5FA-7656-07AF-C149-FCFA4D631138}"/>
              </a:ext>
            </a:extLst>
          </p:cNvPr>
          <p:cNvSpPr>
            <a:spLocks noGrp="1"/>
          </p:cNvSpPr>
          <p:nvPr>
            <p:ph type="title"/>
          </p:nvPr>
        </p:nvSpPr>
        <p:spPr/>
        <p:txBody>
          <a:bodyPr/>
          <a:lstStyle/>
          <a:p>
            <a:r>
              <a:rPr lang="en-US" dirty="0">
                <a:ea typeface="Calibri Light"/>
                <a:cs typeface="Calibri Light"/>
              </a:rPr>
              <a:t>Outline</a:t>
            </a:r>
            <a:endParaRPr lang="en-US" dirty="0"/>
          </a:p>
        </p:txBody>
      </p:sp>
      <p:sp>
        <p:nvSpPr>
          <p:cNvPr id="3" name="Content Placeholder 2">
            <a:extLst>
              <a:ext uri="{FF2B5EF4-FFF2-40B4-BE49-F238E27FC236}">
                <a16:creationId xmlns:a16="http://schemas.microsoft.com/office/drawing/2014/main" id="{25220A03-F392-4E5B-17DD-1E9B37F47146}"/>
              </a:ext>
            </a:extLst>
          </p:cNvPr>
          <p:cNvSpPr>
            <a:spLocks noGrp="1"/>
          </p:cNvSpPr>
          <p:nvPr>
            <p:ph idx="1"/>
          </p:nvPr>
        </p:nvSpPr>
        <p:spPr/>
        <p:txBody>
          <a:bodyPr vert="horz" lIns="91440" tIns="45720" rIns="91440" bIns="45720" rtlCol="0" anchor="t">
            <a:noAutofit/>
          </a:bodyPr>
          <a:lstStyle/>
          <a:p>
            <a:r>
              <a:rPr lang="en-US" dirty="0">
                <a:ea typeface="Calibri"/>
                <a:cs typeface="Calibri"/>
              </a:rPr>
              <a:t>Framework Security Features</a:t>
            </a:r>
          </a:p>
          <a:p>
            <a:r>
              <a:rPr lang="en-US" dirty="0">
                <a:ea typeface="Calibri"/>
                <a:cs typeface="Calibri"/>
              </a:rPr>
              <a:t>File Uploads</a:t>
            </a:r>
          </a:p>
          <a:p>
            <a:r>
              <a:rPr lang="en-US" dirty="0">
                <a:ea typeface="Calibri"/>
                <a:cs typeface="Calibri"/>
              </a:rPr>
              <a:t>Errors and Logging</a:t>
            </a:r>
          </a:p>
          <a:p>
            <a:r>
              <a:rPr lang="en-US" dirty="0">
                <a:ea typeface="Calibri"/>
                <a:cs typeface="Calibri"/>
              </a:rPr>
              <a:t>Input Validation and Sanitization</a:t>
            </a:r>
          </a:p>
          <a:p>
            <a:r>
              <a:rPr lang="en-US" dirty="0">
                <a:ea typeface="Calibri"/>
                <a:cs typeface="Calibri"/>
              </a:rPr>
              <a:t>Authorization and Authentication</a:t>
            </a:r>
          </a:p>
          <a:p>
            <a:r>
              <a:rPr lang="en-US" dirty="0">
                <a:ea typeface="Calibri"/>
                <a:cs typeface="Calibri"/>
              </a:rPr>
              <a:t>Parameterized Queries</a:t>
            </a:r>
          </a:p>
          <a:p>
            <a:r>
              <a:rPr lang="en-US" dirty="0">
                <a:ea typeface="Calibri"/>
                <a:cs typeface="Calibri"/>
              </a:rPr>
              <a:t>Least Privilege,</a:t>
            </a:r>
          </a:p>
          <a:p>
            <a:r>
              <a:rPr lang="en-US" dirty="0">
                <a:ea typeface="Calibri"/>
                <a:cs typeface="Calibri"/>
              </a:rPr>
              <a:t>Requirements Checklist </a:t>
            </a:r>
          </a:p>
          <a:p>
            <a:r>
              <a:rPr lang="en-US" dirty="0">
                <a:ea typeface="Calibri"/>
                <a:cs typeface="Calibri"/>
              </a:rPr>
              <a:t>Self-learning Topics: OWASP Secure Coding Practices </a:t>
            </a:r>
          </a:p>
          <a:p>
            <a:endParaRPr lang="en-US" dirty="0">
              <a:ea typeface="Calibri"/>
              <a:cs typeface="Calibri"/>
            </a:endParaRPr>
          </a:p>
        </p:txBody>
      </p:sp>
    </p:spTree>
    <p:extLst>
      <p:ext uri="{BB962C8B-B14F-4D97-AF65-F5344CB8AC3E}">
        <p14:creationId xmlns:p14="http://schemas.microsoft.com/office/powerpoint/2010/main" val="39537134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FFD8C-F254-45A6-CD4E-45A01DAB8297}"/>
              </a:ext>
            </a:extLst>
          </p:cNvPr>
          <p:cNvSpPr>
            <a:spLocks noGrp="1"/>
          </p:cNvSpPr>
          <p:nvPr>
            <p:ph type="title"/>
          </p:nvPr>
        </p:nvSpPr>
        <p:spPr/>
        <p:txBody>
          <a:bodyPr/>
          <a:lstStyle/>
          <a:p>
            <a:r>
              <a:rPr lang="en-US" dirty="0">
                <a:ea typeface="Calibri Light"/>
                <a:cs typeface="Calibri Light"/>
              </a:rPr>
              <a:t>Software Development Lifecycle</a:t>
            </a:r>
            <a:endParaRPr lang="en-US" dirty="0"/>
          </a:p>
        </p:txBody>
      </p:sp>
      <p:pic>
        <p:nvPicPr>
          <p:cNvPr id="4" name="Content Placeholder 3" descr="A screenshot of a computer&#10;&#10;Description automatically generated">
            <a:extLst>
              <a:ext uri="{FF2B5EF4-FFF2-40B4-BE49-F238E27FC236}">
                <a16:creationId xmlns:a16="http://schemas.microsoft.com/office/drawing/2014/main" id="{C3256B1F-A5E6-A909-6231-05219894A5BD}"/>
              </a:ext>
            </a:extLst>
          </p:cNvPr>
          <p:cNvPicPr>
            <a:picLocks noGrp="1" noChangeAspect="1"/>
          </p:cNvPicPr>
          <p:nvPr>
            <p:ph idx="1"/>
          </p:nvPr>
        </p:nvPicPr>
        <p:blipFill rotWithShape="1">
          <a:blip r:embed="rId3"/>
          <a:srcRect l="20223" t="47525" r="20779" b="21869"/>
          <a:stretch/>
        </p:blipFill>
        <p:spPr>
          <a:xfrm>
            <a:off x="270934" y="1796871"/>
            <a:ext cx="11625443" cy="3402110"/>
          </a:xfrm>
        </p:spPr>
      </p:pic>
    </p:spTree>
    <p:extLst>
      <p:ext uri="{BB962C8B-B14F-4D97-AF65-F5344CB8AC3E}">
        <p14:creationId xmlns:p14="http://schemas.microsoft.com/office/powerpoint/2010/main" val="36789452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D5FDB-5306-5484-05C0-B8C34D75F5BA}"/>
              </a:ext>
            </a:extLst>
          </p:cNvPr>
          <p:cNvSpPr>
            <a:spLocks noGrp="1"/>
          </p:cNvSpPr>
          <p:nvPr>
            <p:ph type="title"/>
          </p:nvPr>
        </p:nvSpPr>
        <p:spPr>
          <a:xfrm>
            <a:off x="838200" y="5691"/>
            <a:ext cx="10515600" cy="1325563"/>
          </a:xfrm>
        </p:spPr>
        <p:txBody>
          <a:bodyPr/>
          <a:lstStyle/>
          <a:p>
            <a:r>
              <a:rPr lang="en-US" dirty="0">
                <a:ea typeface="+mj-lt"/>
                <a:cs typeface="+mj-lt"/>
              </a:rPr>
              <a:t>Requirements</a:t>
            </a:r>
            <a:endParaRPr lang="en-US" dirty="0"/>
          </a:p>
        </p:txBody>
      </p:sp>
      <p:sp>
        <p:nvSpPr>
          <p:cNvPr id="3" name="Content Placeholder 2">
            <a:extLst>
              <a:ext uri="{FF2B5EF4-FFF2-40B4-BE49-F238E27FC236}">
                <a16:creationId xmlns:a16="http://schemas.microsoft.com/office/drawing/2014/main" id="{3B32278C-2F71-2528-E15E-48A15E213154}"/>
              </a:ext>
            </a:extLst>
          </p:cNvPr>
          <p:cNvSpPr>
            <a:spLocks noGrp="1"/>
          </p:cNvSpPr>
          <p:nvPr>
            <p:ph idx="1"/>
          </p:nvPr>
        </p:nvSpPr>
        <p:spPr>
          <a:xfrm>
            <a:off x="838200" y="1379927"/>
            <a:ext cx="10515600" cy="5372130"/>
          </a:xfrm>
        </p:spPr>
        <p:txBody>
          <a:bodyPr vert="horz" lIns="91440" tIns="45720" rIns="91440" bIns="45720" rtlCol="0" anchor="t">
            <a:normAutofit lnSpcReduction="10000"/>
          </a:bodyPr>
          <a:lstStyle/>
          <a:p>
            <a:r>
              <a:rPr lang="en-US" dirty="0">
                <a:ea typeface="+mn-lt"/>
                <a:cs typeface="+mn-lt"/>
              </a:rPr>
              <a:t>Software project requirements should always include security questions. Following are the types of questions that security professionals should be asking when assisting with requirements </a:t>
            </a:r>
            <a:r>
              <a:rPr lang="en-US">
                <a:ea typeface="+mn-lt"/>
                <a:cs typeface="+mn-lt"/>
              </a:rPr>
              <a:t>gathering and analysis:</a:t>
            </a:r>
          </a:p>
          <a:p>
            <a:pPr lvl="1">
              <a:buFont typeface="Courier New" panose="020B0604020202020204" pitchFamily="34" charset="0"/>
              <a:buChar char="o"/>
            </a:pPr>
            <a:r>
              <a:rPr lang="en-US" dirty="0">
                <a:ea typeface="+mn-lt"/>
                <a:cs typeface="+mn-lt"/>
              </a:rPr>
              <a:t>Does the system contain, or come in contact with, confidential, sensitive, or </a:t>
            </a:r>
            <a:r>
              <a:rPr lang="en-US">
                <a:ea typeface="+mn-lt"/>
                <a:cs typeface="+mn-lt"/>
              </a:rPr>
              <a:t>Personally Identifiable Information (PII) data? </a:t>
            </a:r>
            <a:endParaRPr lang="en-US" dirty="0">
              <a:ea typeface="+mn-lt"/>
              <a:cs typeface="+mn-lt"/>
            </a:endParaRPr>
          </a:p>
          <a:p>
            <a:pPr lvl="1">
              <a:buFont typeface="Courier New" panose="020B0604020202020204" pitchFamily="34" charset="0"/>
              <a:buChar char="o"/>
            </a:pPr>
            <a:r>
              <a:rPr lang="en-US" dirty="0">
                <a:ea typeface="+mn-lt"/>
                <a:cs typeface="+mn-lt"/>
              </a:rPr>
              <a:t>Where and how is the data being stored? Will this application be available to </a:t>
            </a:r>
            <a:r>
              <a:rPr lang="en-US">
                <a:ea typeface="+mn-lt"/>
                <a:cs typeface="+mn-lt"/>
              </a:rPr>
              <a:t>the public (internet) or internally only (intranet)? </a:t>
            </a:r>
          </a:p>
          <a:p>
            <a:pPr lvl="1">
              <a:buFont typeface="Courier New" panose="020B0604020202020204" pitchFamily="34" charset="0"/>
              <a:buChar char="o"/>
            </a:pPr>
            <a:r>
              <a:rPr lang="en-US" dirty="0">
                <a:ea typeface="+mn-lt"/>
                <a:cs typeface="+mn-lt"/>
              </a:rPr>
              <a:t>Does this application perform sensitive or essential tasks (such as transferring money, unlocking doors, or delivering medicine)? </a:t>
            </a:r>
          </a:p>
          <a:p>
            <a:pPr lvl="1">
              <a:buFont typeface="Courier New" panose="020B0604020202020204" pitchFamily="34" charset="0"/>
              <a:buChar char="o"/>
            </a:pPr>
            <a:r>
              <a:rPr lang="en-US" dirty="0">
                <a:ea typeface="+mn-lt"/>
                <a:cs typeface="+mn-lt"/>
              </a:rPr>
              <a:t>Does this application perform any risky software activities (such as allowing users to upload files)? </a:t>
            </a:r>
          </a:p>
          <a:p>
            <a:pPr lvl="1">
              <a:buFont typeface="Courier New" panose="020B0604020202020204" pitchFamily="34" charset="0"/>
              <a:buChar char="o"/>
            </a:pPr>
            <a:r>
              <a:rPr lang="en-US" dirty="0">
                <a:ea typeface="+mn-lt"/>
                <a:cs typeface="+mn-lt"/>
              </a:rPr>
              <a:t>What level of availability do you need? </a:t>
            </a:r>
          </a:p>
          <a:p>
            <a:pPr lvl="1">
              <a:buFont typeface="Courier New" panose="020B0604020202020204" pitchFamily="34" charset="0"/>
              <a:buChar char="o"/>
            </a:pPr>
            <a:r>
              <a:rPr lang="en-US" dirty="0">
                <a:ea typeface="+mn-lt"/>
                <a:cs typeface="+mn-lt"/>
              </a:rPr>
              <a:t>Does it require 99.999% up time? (Note: almost no systems actually require that level of up time.)</a:t>
            </a:r>
            <a:endParaRPr lang="en-US">
              <a:ea typeface="Calibri"/>
              <a:cs typeface="Calibri"/>
            </a:endParaRPr>
          </a:p>
        </p:txBody>
      </p:sp>
    </p:spTree>
    <p:extLst>
      <p:ext uri="{BB962C8B-B14F-4D97-AF65-F5344CB8AC3E}">
        <p14:creationId xmlns:p14="http://schemas.microsoft.com/office/powerpoint/2010/main" val="20131030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7A826-C62C-4A6F-8210-28A581FD1D17}"/>
              </a:ext>
            </a:extLst>
          </p:cNvPr>
          <p:cNvSpPr>
            <a:spLocks noGrp="1"/>
          </p:cNvSpPr>
          <p:nvPr>
            <p:ph type="title"/>
          </p:nvPr>
        </p:nvSpPr>
        <p:spPr/>
        <p:txBody>
          <a:bodyPr/>
          <a:lstStyle/>
          <a:p>
            <a:r>
              <a:rPr lang="en-US" dirty="0">
                <a:ea typeface="+mj-lt"/>
                <a:cs typeface="+mj-lt"/>
              </a:rPr>
              <a:t>Encryption</a:t>
            </a:r>
            <a:endParaRPr lang="en-US" dirty="0"/>
          </a:p>
        </p:txBody>
      </p:sp>
      <p:sp>
        <p:nvSpPr>
          <p:cNvPr id="3" name="Content Placeholder 2">
            <a:extLst>
              <a:ext uri="{FF2B5EF4-FFF2-40B4-BE49-F238E27FC236}">
                <a16:creationId xmlns:a16="http://schemas.microsoft.com/office/drawing/2014/main" id="{1E3183AE-9270-7CC8-D3C3-266E850CC0AB}"/>
              </a:ext>
            </a:extLst>
          </p:cNvPr>
          <p:cNvSpPr>
            <a:spLocks noGrp="1"/>
          </p:cNvSpPr>
          <p:nvPr>
            <p:ph idx="1"/>
          </p:nvPr>
        </p:nvSpPr>
        <p:spPr>
          <a:xfrm>
            <a:off x="838200" y="1825625"/>
            <a:ext cx="10515600" cy="4897677"/>
          </a:xfrm>
        </p:spPr>
        <p:txBody>
          <a:bodyPr vert="horz" lIns="91440" tIns="45720" rIns="91440" bIns="45720" rtlCol="0" anchor="t">
            <a:normAutofit/>
          </a:bodyPr>
          <a:lstStyle/>
          <a:p>
            <a:r>
              <a:rPr lang="en-US" dirty="0">
                <a:ea typeface="+mn-lt"/>
                <a:cs typeface="+mn-lt"/>
              </a:rPr>
              <a:t>Encryption is two‑way, in that you can jumble up the information into an unreadable mess, and then “decrypt” it back into its original form.</a:t>
            </a:r>
          </a:p>
          <a:p>
            <a:r>
              <a:rPr lang="en-US" dirty="0">
                <a:ea typeface="+mn-lt"/>
                <a:cs typeface="+mn-lt"/>
              </a:rPr>
              <a:t>In order to ensure the confidentiality of your data, it should be encrypted in transit (on its way to and from the user, the database, an API, etc.) and at rest (while in the database). </a:t>
            </a:r>
          </a:p>
          <a:p>
            <a:r>
              <a:rPr lang="en-US" dirty="0">
                <a:ea typeface="+mn-lt"/>
                <a:cs typeface="+mn-lt"/>
              </a:rPr>
              <a:t>if someone were to gain unauthorized access to your data or intercept your traffic with a sniffing tool, they would not be able to understand what they have found.</a:t>
            </a:r>
          </a:p>
          <a:p>
            <a:r>
              <a:rPr lang="en-US" dirty="0">
                <a:ea typeface="+mn-lt"/>
                <a:cs typeface="+mn-lt"/>
              </a:rPr>
              <a:t>This does not, however, protect the availability of your data, or its </a:t>
            </a:r>
            <a:r>
              <a:rPr lang="en-US">
                <a:ea typeface="+mn-lt"/>
                <a:cs typeface="+mn-lt"/>
              </a:rPr>
              <a:t>integrity. </a:t>
            </a:r>
            <a:endParaRPr lang="en-US" dirty="0">
              <a:ea typeface="+mn-lt"/>
              <a:cs typeface="+mn-lt"/>
            </a:endParaRPr>
          </a:p>
          <a:p>
            <a:endParaRPr lang="en-US" dirty="0">
              <a:ea typeface="Calibri"/>
              <a:cs typeface="Calibri"/>
            </a:endParaRPr>
          </a:p>
        </p:txBody>
      </p:sp>
    </p:spTree>
    <p:extLst>
      <p:ext uri="{BB962C8B-B14F-4D97-AF65-F5344CB8AC3E}">
        <p14:creationId xmlns:p14="http://schemas.microsoft.com/office/powerpoint/2010/main" val="13769788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A08DA-0041-E175-E334-68870CD6CE9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36D39F4-E5CD-AF5D-9A4F-FAEFC43F548C}"/>
              </a:ext>
            </a:extLst>
          </p:cNvPr>
          <p:cNvSpPr>
            <a:spLocks noGrp="1"/>
          </p:cNvSpPr>
          <p:nvPr>
            <p:ph idx="1"/>
          </p:nvPr>
        </p:nvSpPr>
        <p:spPr/>
        <p:txBody>
          <a:bodyPr vert="horz" lIns="91440" tIns="45720" rIns="91440" bIns="45720" rtlCol="0" anchor="t">
            <a:normAutofit/>
          </a:bodyPr>
          <a:lstStyle/>
          <a:p>
            <a:r>
              <a:rPr lang="en-US" dirty="0">
                <a:ea typeface="+mn-lt"/>
                <a:cs typeface="+mn-lt"/>
              </a:rPr>
              <a:t>protecting your secrets (the “C” in CIA) is vital, and thus no matter what system you are creating, you will want to ensure the data is </a:t>
            </a:r>
            <a:r>
              <a:rPr lang="en-US">
                <a:ea typeface="+mn-lt"/>
                <a:cs typeface="+mn-lt"/>
              </a:rPr>
              <a:t>encrypted (not hashed) in transit and at rest.</a:t>
            </a:r>
          </a:p>
          <a:p>
            <a:r>
              <a:rPr lang="en-US" dirty="0">
                <a:ea typeface="+mn-lt"/>
                <a:cs typeface="+mn-lt"/>
              </a:rPr>
              <a:t>Some may argue that data should even be encrypted while in use (in memory), but unless you are dealing with extremely sensitive data, </a:t>
            </a:r>
            <a:r>
              <a:rPr lang="en-US">
                <a:ea typeface="+mn-lt"/>
                <a:cs typeface="+mn-lt"/>
              </a:rPr>
              <a:t>this is generally not expected as a project requirement.</a:t>
            </a:r>
          </a:p>
          <a:p>
            <a:r>
              <a:rPr lang="en-US" dirty="0">
                <a:ea typeface="+mn-lt"/>
                <a:cs typeface="+mn-lt"/>
              </a:rPr>
              <a:t> To protect highly sensitive data, it is recommended that you flush the memory when your program exits, logs out, or is otherwise ended.</a:t>
            </a:r>
            <a:endParaRPr lang="en-US">
              <a:ea typeface="Calibri"/>
              <a:cs typeface="Calibri"/>
            </a:endParaRPr>
          </a:p>
        </p:txBody>
      </p:sp>
    </p:spTree>
    <p:extLst>
      <p:ext uri="{BB962C8B-B14F-4D97-AF65-F5344CB8AC3E}">
        <p14:creationId xmlns:p14="http://schemas.microsoft.com/office/powerpoint/2010/main" val="31222755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EE00C-1948-9E68-E456-C851A128466D}"/>
              </a:ext>
            </a:extLst>
          </p:cNvPr>
          <p:cNvSpPr>
            <a:spLocks noGrp="1"/>
          </p:cNvSpPr>
          <p:nvPr>
            <p:ph type="title"/>
          </p:nvPr>
        </p:nvSpPr>
        <p:spPr/>
        <p:txBody>
          <a:bodyPr/>
          <a:lstStyle/>
          <a:p>
            <a:pPr>
              <a:spcBef>
                <a:spcPts val="1000"/>
              </a:spcBef>
            </a:pPr>
            <a:r>
              <a:rPr lang="en-US" sz="4000" dirty="0">
                <a:latin typeface="Calibri"/>
                <a:cs typeface="Calibri"/>
              </a:rPr>
              <a:t>Never Trust System Input</a:t>
            </a:r>
            <a:endParaRPr lang="en-US" sz="4000">
              <a:solidFill>
                <a:srgbClr val="808080"/>
              </a:solidFill>
              <a:latin typeface="Calibri"/>
              <a:ea typeface="Calibri"/>
              <a:cs typeface="Calibri"/>
            </a:endParaRPr>
          </a:p>
          <a:p>
            <a:endParaRPr lang="en-US" dirty="0">
              <a:cs typeface="Calibri Light"/>
            </a:endParaRPr>
          </a:p>
        </p:txBody>
      </p:sp>
      <p:sp>
        <p:nvSpPr>
          <p:cNvPr id="3" name="Content Placeholder 2">
            <a:extLst>
              <a:ext uri="{FF2B5EF4-FFF2-40B4-BE49-F238E27FC236}">
                <a16:creationId xmlns:a16="http://schemas.microsoft.com/office/drawing/2014/main" id="{C0663C2A-717E-457D-AC74-A7321515CECA}"/>
              </a:ext>
            </a:extLst>
          </p:cNvPr>
          <p:cNvSpPr>
            <a:spLocks noGrp="1"/>
          </p:cNvSpPr>
          <p:nvPr>
            <p:ph idx="1"/>
          </p:nvPr>
        </p:nvSpPr>
        <p:spPr/>
        <p:txBody>
          <a:bodyPr vert="horz" lIns="91440" tIns="45720" rIns="91440" bIns="45720" rtlCol="0" anchor="t">
            <a:normAutofit/>
          </a:bodyPr>
          <a:lstStyle/>
          <a:p>
            <a:r>
              <a:rPr lang="en-US" dirty="0">
                <a:ea typeface="+mn-lt"/>
                <a:cs typeface="+mn-lt"/>
              </a:rPr>
              <a:t>Any input to your system could potentially be tampered with or otherwise cause your application to malfunction or fail.</a:t>
            </a:r>
          </a:p>
          <a:p>
            <a:r>
              <a:rPr lang="en-US" dirty="0">
                <a:ea typeface="+mn-lt"/>
                <a:cs typeface="+mn-lt"/>
              </a:rPr>
              <a:t>Your program must be able to handle every type of input gracefully, even bad input.</a:t>
            </a:r>
          </a:p>
          <a:p>
            <a:r>
              <a:rPr lang="en-US" dirty="0">
                <a:ea typeface="+mn-lt"/>
                <a:cs typeface="+mn-lt"/>
              </a:rPr>
              <a:t>Input to your application means literally anything and everything that is not a part of your application or that could have been manipulated outside of your application.</a:t>
            </a:r>
            <a:endParaRPr lang="en-US" dirty="0">
              <a:ea typeface="Calibri"/>
              <a:cs typeface="Calibri"/>
            </a:endParaRPr>
          </a:p>
        </p:txBody>
      </p:sp>
    </p:spTree>
    <p:extLst>
      <p:ext uri="{BB962C8B-B14F-4D97-AF65-F5344CB8AC3E}">
        <p14:creationId xmlns:p14="http://schemas.microsoft.com/office/powerpoint/2010/main" val="27245133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DDE81F-C7A5-B621-5BF6-9126368831B9}"/>
              </a:ext>
            </a:extLst>
          </p:cNvPr>
          <p:cNvSpPr>
            <a:spLocks noGrp="1"/>
          </p:cNvSpPr>
          <p:nvPr>
            <p:ph idx="1"/>
          </p:nvPr>
        </p:nvSpPr>
        <p:spPr>
          <a:xfrm>
            <a:off x="838200" y="258493"/>
            <a:ext cx="10515600" cy="5918470"/>
          </a:xfrm>
        </p:spPr>
        <p:txBody>
          <a:bodyPr vert="horz" lIns="91440" tIns="45720" rIns="91440" bIns="45720" rtlCol="0" anchor="t">
            <a:normAutofit/>
          </a:bodyPr>
          <a:lstStyle/>
          <a:p>
            <a:r>
              <a:rPr lang="en-GB">
                <a:ea typeface="+mn-lt"/>
                <a:cs typeface="+mn-lt"/>
              </a:rPr>
              <a:t>Following are examples of input to your application:</a:t>
            </a:r>
          </a:p>
          <a:p>
            <a:pPr lvl="1">
              <a:buFont typeface="Courier New" panose="020B0604020202020204" pitchFamily="34" charset="0"/>
              <a:buChar char="o"/>
            </a:pPr>
            <a:r>
              <a:rPr lang="en-GB" dirty="0">
                <a:ea typeface="+mn-lt"/>
                <a:cs typeface="+mn-lt"/>
              </a:rPr>
              <a:t>User input on the screen (for instance, entering search phrases into a </a:t>
            </a:r>
            <a:r>
              <a:rPr lang="en-GB">
                <a:ea typeface="+mn-lt"/>
                <a:cs typeface="+mn-lt"/>
              </a:rPr>
              <a:t>field) </a:t>
            </a:r>
            <a:endParaRPr lang="en-GB" dirty="0">
              <a:ea typeface="+mn-lt"/>
              <a:cs typeface="+mn-lt"/>
            </a:endParaRPr>
          </a:p>
          <a:p>
            <a:pPr lvl="1">
              <a:buFont typeface="Courier New" panose="020B0604020202020204" pitchFamily="34" charset="0"/>
              <a:buChar char="o"/>
            </a:pPr>
            <a:r>
              <a:rPr lang="en-GB" dirty="0">
                <a:ea typeface="+mn-lt"/>
                <a:cs typeface="+mn-lt"/>
              </a:rPr>
              <a:t>Information from a database (even the database you designed for your app)</a:t>
            </a:r>
          </a:p>
          <a:p>
            <a:pPr lvl="1">
              <a:buFont typeface="Courier New" panose="020B0604020202020204" pitchFamily="34" charset="0"/>
              <a:buChar char="o"/>
            </a:pPr>
            <a:r>
              <a:rPr lang="en-GB">
                <a:ea typeface="+mn-lt"/>
                <a:cs typeface="+mn-lt"/>
              </a:rPr>
              <a:t>Information from an API (even one you wrote) </a:t>
            </a:r>
            <a:endParaRPr lang="en-GB" dirty="0">
              <a:ea typeface="+mn-lt"/>
              <a:cs typeface="+mn-lt"/>
            </a:endParaRPr>
          </a:p>
          <a:p>
            <a:pPr lvl="1">
              <a:buFont typeface="Courier New" panose="020B0604020202020204" pitchFamily="34" charset="0"/>
              <a:buChar char="o"/>
            </a:pPr>
            <a:r>
              <a:rPr lang="en-GB" dirty="0">
                <a:ea typeface="+mn-lt"/>
                <a:cs typeface="+mn-lt"/>
              </a:rPr>
              <a:t>Information from another application that your application integrates with or otherwise accepts input from (this includes serverless apps and </a:t>
            </a:r>
            <a:r>
              <a:rPr lang="en-GB">
                <a:ea typeface="+mn-lt"/>
                <a:cs typeface="+mn-lt"/>
              </a:rPr>
              <a:t>scripts) </a:t>
            </a:r>
          </a:p>
          <a:p>
            <a:pPr lvl="1">
              <a:buFont typeface="Courier New" panose="020B0604020202020204" pitchFamily="34" charset="0"/>
              <a:buChar char="o"/>
            </a:pPr>
            <a:r>
              <a:rPr lang="en-GB" dirty="0">
                <a:ea typeface="+mn-lt"/>
                <a:cs typeface="+mn-lt"/>
              </a:rPr>
              <a:t> Values in the URL parameters, cookie values, configuration files </a:t>
            </a:r>
          </a:p>
          <a:p>
            <a:pPr lvl="1">
              <a:buFont typeface="Courier New" panose="020B0604020202020204" pitchFamily="34" charset="0"/>
              <a:buChar char="o"/>
            </a:pPr>
            <a:r>
              <a:rPr lang="en-GB" dirty="0">
                <a:ea typeface="+mn-lt"/>
                <a:cs typeface="+mn-lt"/>
              </a:rPr>
              <a:t>Data or commands from cloud workflows </a:t>
            </a:r>
          </a:p>
          <a:p>
            <a:pPr lvl="1">
              <a:buFont typeface="Courier New" panose="020B0604020202020204" pitchFamily="34" charset="0"/>
              <a:buChar char="o"/>
            </a:pPr>
            <a:r>
              <a:rPr lang="en-GB" dirty="0">
                <a:ea typeface="+mn-lt"/>
                <a:cs typeface="+mn-lt"/>
              </a:rPr>
              <a:t>Images that you’ve included from </a:t>
            </a:r>
            <a:r>
              <a:rPr lang="en-GB">
                <a:ea typeface="+mn-lt"/>
                <a:cs typeface="+mn-lt"/>
              </a:rPr>
              <a:t>other sites (with or without permission) </a:t>
            </a:r>
          </a:p>
          <a:p>
            <a:pPr lvl="1">
              <a:buFont typeface="Courier New" panose="020B0604020202020204" pitchFamily="34" charset="0"/>
              <a:buChar char="o"/>
            </a:pPr>
            <a:r>
              <a:rPr lang="en-GB" dirty="0">
                <a:ea typeface="+mn-lt"/>
                <a:cs typeface="+mn-lt"/>
              </a:rPr>
              <a:t> Values used from online storage</a:t>
            </a:r>
            <a:endParaRPr lang="en-GB">
              <a:ea typeface="Calibri"/>
              <a:cs typeface="Calibri"/>
            </a:endParaRPr>
          </a:p>
        </p:txBody>
      </p:sp>
    </p:spTree>
    <p:extLst>
      <p:ext uri="{BB962C8B-B14F-4D97-AF65-F5344CB8AC3E}">
        <p14:creationId xmlns:p14="http://schemas.microsoft.com/office/powerpoint/2010/main" val="3045676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1D6C80-1D12-1AF3-82AD-1A7E0FD0E680}"/>
              </a:ext>
            </a:extLst>
          </p:cNvPr>
          <p:cNvSpPr>
            <a:spLocks noGrp="1"/>
          </p:cNvSpPr>
          <p:nvPr>
            <p:ph idx="1"/>
          </p:nvPr>
        </p:nvSpPr>
        <p:spPr>
          <a:xfrm>
            <a:off x="838200" y="215361"/>
            <a:ext cx="10515600" cy="6479186"/>
          </a:xfrm>
        </p:spPr>
        <p:txBody>
          <a:bodyPr vert="horz" lIns="91440" tIns="45720" rIns="91440" bIns="45720" rtlCol="0" anchor="t">
            <a:normAutofit fontScale="92500"/>
          </a:bodyPr>
          <a:lstStyle/>
          <a:p>
            <a:r>
              <a:rPr lang="en-GB" dirty="0">
                <a:ea typeface="+mn-lt"/>
                <a:cs typeface="+mn-lt"/>
              </a:rPr>
              <a:t>Examples of parts of your application that could be manipulated </a:t>
            </a:r>
            <a:r>
              <a:rPr lang="en-GB">
                <a:ea typeface="+mn-lt"/>
                <a:cs typeface="+mn-lt"/>
              </a:rPr>
              <a:t>outside of your program include:</a:t>
            </a:r>
          </a:p>
          <a:p>
            <a:pPr lvl="1">
              <a:buFont typeface="Courier New" panose="020B0604020202020204" pitchFamily="34" charset="0"/>
              <a:buChar char="o"/>
            </a:pPr>
            <a:r>
              <a:rPr lang="en-GB" dirty="0">
                <a:ea typeface="+mn-lt"/>
                <a:cs typeface="+mn-lt"/>
              </a:rPr>
              <a:t>URL parameters (a user could change them) </a:t>
            </a:r>
          </a:p>
          <a:p>
            <a:pPr lvl="1">
              <a:buFont typeface="Courier New" panose="020B0604020202020204" pitchFamily="34" charset="0"/>
              <a:buChar char="o"/>
            </a:pPr>
            <a:r>
              <a:rPr lang="en-GB" dirty="0">
                <a:ea typeface="+mn-lt"/>
                <a:cs typeface="+mn-lt"/>
              </a:rPr>
              <a:t>Information in a cookie that does not have the “secure” and “HTTPS only” flags set </a:t>
            </a:r>
          </a:p>
          <a:p>
            <a:pPr lvl="1">
              <a:buFont typeface="Courier New" panose="020B0604020202020204" pitchFamily="34" charset="0"/>
              <a:buChar char="o"/>
            </a:pPr>
            <a:r>
              <a:rPr lang="en-GB" dirty="0">
                <a:ea typeface="+mn-lt"/>
                <a:cs typeface="+mn-lt"/>
              </a:rPr>
              <a:t>Hidden fields (they are not safe from attackers) </a:t>
            </a:r>
          </a:p>
          <a:p>
            <a:pPr lvl="1">
              <a:buFont typeface="Courier New" panose="020B0604020202020204" pitchFamily="34" charset="0"/>
              <a:buChar char="o"/>
            </a:pPr>
            <a:r>
              <a:rPr lang="en-GB" dirty="0">
                <a:ea typeface="+mn-lt"/>
                <a:cs typeface="+mn-lt"/>
              </a:rPr>
              <a:t>HTTPS request headers </a:t>
            </a:r>
          </a:p>
          <a:p>
            <a:pPr lvl="1">
              <a:buFont typeface="Courier New" panose="020B0604020202020204" pitchFamily="34" charset="0"/>
              <a:buChar char="o"/>
            </a:pPr>
            <a:r>
              <a:rPr lang="en-GB" dirty="0">
                <a:ea typeface="+mn-lt"/>
                <a:cs typeface="+mn-lt"/>
              </a:rPr>
              <a:t>Values entered on the screen that can be manipulated after they have passed your JavaScript validation if using a web proxy (more on this later in the chapter) </a:t>
            </a:r>
          </a:p>
          <a:p>
            <a:pPr lvl="1">
              <a:buFont typeface="Courier New" panose="020B0604020202020204" pitchFamily="34" charset="0"/>
              <a:buChar char="o"/>
            </a:pPr>
            <a:r>
              <a:rPr lang="en-GB" dirty="0">
                <a:ea typeface="+mn-lt"/>
                <a:cs typeface="+mn-lt"/>
              </a:rPr>
              <a:t>Front-end frameworks that are not included as part of your project but instead hosted elsewhere on the internet and called from your application in real </a:t>
            </a:r>
            <a:r>
              <a:rPr lang="en-GB">
                <a:ea typeface="+mn-lt"/>
                <a:cs typeface="+mn-lt"/>
              </a:rPr>
              <a:t>time </a:t>
            </a:r>
          </a:p>
          <a:p>
            <a:pPr lvl="1">
              <a:buFont typeface="Courier New" panose="020B0604020202020204" pitchFamily="34" charset="0"/>
              <a:buChar char="o"/>
            </a:pPr>
            <a:r>
              <a:rPr lang="en-GB" dirty="0">
                <a:ea typeface="+mn-lt"/>
                <a:cs typeface="+mn-lt"/>
              </a:rPr>
              <a:t> Third-party code that you include in your application when it is compiled (libraries, </a:t>
            </a:r>
            <a:r>
              <a:rPr lang="en-GB">
                <a:ea typeface="+mn-lt"/>
                <a:cs typeface="+mn-lt"/>
              </a:rPr>
              <a:t>includes, frameworks, etc.) </a:t>
            </a:r>
          </a:p>
          <a:p>
            <a:pPr lvl="1">
              <a:buFont typeface="Courier New" panose="020B0604020202020204" pitchFamily="34" charset="0"/>
              <a:buChar char="o"/>
            </a:pPr>
            <a:r>
              <a:rPr lang="en-GB" dirty="0">
                <a:ea typeface="+mn-lt"/>
                <a:cs typeface="+mn-lt"/>
              </a:rPr>
              <a:t> Images that you include in your application that are hosted elsewhere on the internet</a:t>
            </a:r>
          </a:p>
          <a:p>
            <a:pPr lvl="1">
              <a:buFont typeface="Courier New" panose="020B0604020202020204" pitchFamily="34" charset="0"/>
              <a:buChar char="o"/>
            </a:pPr>
            <a:r>
              <a:rPr lang="en-GB" dirty="0">
                <a:ea typeface="+mn-lt"/>
                <a:cs typeface="+mn-lt"/>
              </a:rPr>
              <a:t>Configuration files that are not managed by you </a:t>
            </a:r>
          </a:p>
          <a:p>
            <a:pPr lvl="1">
              <a:buFont typeface="Courier New" panose="020B0604020202020204" pitchFamily="34" charset="0"/>
              <a:buChar char="o"/>
            </a:pPr>
            <a:r>
              <a:rPr lang="en-GB" dirty="0">
                <a:ea typeface="+mn-lt"/>
                <a:cs typeface="+mn-lt"/>
              </a:rPr>
              <a:t>APIs or any other service that your application calls </a:t>
            </a:r>
          </a:p>
          <a:p>
            <a:pPr lvl="1">
              <a:buFont typeface="Courier New" panose="020B0604020202020204" pitchFamily="34" charset="0"/>
              <a:buChar char="o"/>
            </a:pPr>
            <a:r>
              <a:rPr lang="en-GB" dirty="0">
                <a:ea typeface="+mn-lt"/>
                <a:cs typeface="+mn-lt"/>
              </a:rPr>
              <a:t>Scripts that you do not control</a:t>
            </a:r>
            <a:endParaRPr lang="en-GB" dirty="0">
              <a:ea typeface="Calibri"/>
              <a:cs typeface="Calibri"/>
            </a:endParaRPr>
          </a:p>
        </p:txBody>
      </p:sp>
    </p:spTree>
    <p:extLst>
      <p:ext uri="{BB962C8B-B14F-4D97-AF65-F5344CB8AC3E}">
        <p14:creationId xmlns:p14="http://schemas.microsoft.com/office/powerpoint/2010/main" val="20398842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85DC1-A706-1728-8E2D-2407CEBBD140}"/>
              </a:ext>
            </a:extLst>
          </p:cNvPr>
          <p:cNvSpPr>
            <a:spLocks noGrp="1"/>
          </p:cNvSpPr>
          <p:nvPr>
            <p:ph type="title"/>
          </p:nvPr>
        </p:nvSpPr>
        <p:spPr/>
        <p:txBody>
          <a:bodyPr/>
          <a:lstStyle/>
          <a:p>
            <a:r>
              <a:rPr lang="en-GB" dirty="0">
                <a:ea typeface="Calibri Light"/>
                <a:cs typeface="Calibri Light"/>
              </a:rPr>
              <a:t>Validation</a:t>
            </a:r>
            <a:endParaRPr lang="en-GB" dirty="0"/>
          </a:p>
        </p:txBody>
      </p:sp>
      <p:sp>
        <p:nvSpPr>
          <p:cNvPr id="3" name="Content Placeholder 2">
            <a:extLst>
              <a:ext uri="{FF2B5EF4-FFF2-40B4-BE49-F238E27FC236}">
                <a16:creationId xmlns:a16="http://schemas.microsoft.com/office/drawing/2014/main" id="{C16D24E9-9BF6-88D2-4867-CD700A9CDCBF}"/>
              </a:ext>
            </a:extLst>
          </p:cNvPr>
          <p:cNvSpPr>
            <a:spLocks noGrp="1"/>
          </p:cNvSpPr>
          <p:nvPr>
            <p:ph idx="1"/>
          </p:nvPr>
        </p:nvSpPr>
        <p:spPr>
          <a:xfrm>
            <a:off x="838200" y="1509324"/>
            <a:ext cx="10515600" cy="5199601"/>
          </a:xfrm>
        </p:spPr>
        <p:txBody>
          <a:bodyPr vert="horz" lIns="91440" tIns="45720" rIns="91440" bIns="45720" rtlCol="0" anchor="t">
            <a:normAutofit/>
          </a:bodyPr>
          <a:lstStyle/>
          <a:p>
            <a:r>
              <a:rPr lang="en-GB" dirty="0">
                <a:ea typeface="+mn-lt"/>
                <a:cs typeface="+mn-lt"/>
              </a:rPr>
              <a:t>In order to effectively apply the concept “never trust system input” you must always validate all input (every single time) before you use the input.</a:t>
            </a:r>
          </a:p>
          <a:p>
            <a:pPr lvl="1">
              <a:buFont typeface="Courier New" panose="020B0604020202020204" pitchFamily="34" charset="0"/>
              <a:buChar char="o"/>
            </a:pPr>
            <a:r>
              <a:rPr lang="en-GB" dirty="0">
                <a:ea typeface="+mn-lt"/>
                <a:cs typeface="+mn-lt"/>
              </a:rPr>
              <a:t>You are expecting a date of birth, so you verify that the value you receive is indeed in date format and/or convert it into date format, and that it is within the previous 100 years (for example, age &gt; current year – 100 &amp;&amp; age &lt; current year). If it is not in proper date format (“</a:t>
            </a:r>
            <a:r>
              <a:rPr lang="en-GB" dirty="0" err="1">
                <a:ea typeface="+mn-lt"/>
                <a:cs typeface="+mn-lt"/>
              </a:rPr>
              <a:t>aaaaaaaa</a:t>
            </a:r>
            <a:r>
              <a:rPr lang="en-GB" dirty="0">
                <a:ea typeface="+mn-lt"/>
                <a:cs typeface="+mn-lt"/>
              </a:rPr>
              <a:t>” for example), you reject it.</a:t>
            </a:r>
          </a:p>
          <a:p>
            <a:pPr lvl="1">
              <a:buFont typeface="Courier New" panose="020B0604020202020204" pitchFamily="34" charset="0"/>
              <a:buChar char="o"/>
            </a:pPr>
            <a:r>
              <a:rPr lang="en-GB" dirty="0">
                <a:ea typeface="+mn-lt"/>
                <a:cs typeface="+mn-lt"/>
              </a:rPr>
              <a:t>The field is a person’s first name, and you have dedicated 80 characters for this field. Verify that the input you receive is 80 characters or less, and that the characters are appropriate for a name. For instance, if it contains %, [, {, &lt;, or |, it is unlikely to be a real name, and you should reject this input with an appropriate error message</a:t>
            </a:r>
          </a:p>
          <a:p>
            <a:pPr lvl="1">
              <a:buFont typeface="Courier New" panose="020B0604020202020204" pitchFamily="34" charset="0"/>
              <a:buChar char="o"/>
            </a:pPr>
            <a:r>
              <a:rPr lang="en-GB" dirty="0">
                <a:ea typeface="+mn-lt"/>
                <a:cs typeface="+mn-lt"/>
              </a:rPr>
              <a:t>O’Connor</a:t>
            </a:r>
          </a:p>
        </p:txBody>
      </p:sp>
    </p:spTree>
    <p:extLst>
      <p:ext uri="{BB962C8B-B14F-4D97-AF65-F5344CB8AC3E}">
        <p14:creationId xmlns:p14="http://schemas.microsoft.com/office/powerpoint/2010/main" val="34781194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4EC08F-CA89-C397-F561-AAF41BD165AB}"/>
              </a:ext>
            </a:extLst>
          </p:cNvPr>
          <p:cNvSpPr>
            <a:spLocks noGrp="1"/>
          </p:cNvSpPr>
          <p:nvPr>
            <p:ph idx="1"/>
          </p:nvPr>
        </p:nvSpPr>
        <p:spPr>
          <a:xfrm>
            <a:off x="838200" y="14079"/>
            <a:ext cx="10515600" cy="6852997"/>
          </a:xfrm>
        </p:spPr>
        <p:txBody>
          <a:bodyPr vert="horz" lIns="91440" tIns="45720" rIns="91440" bIns="45720" rtlCol="0" anchor="t">
            <a:normAutofit/>
          </a:bodyPr>
          <a:lstStyle/>
          <a:p>
            <a:pPr lvl="1">
              <a:buFont typeface="Courier New" panose="020B0604020202020204" pitchFamily="34" charset="0"/>
              <a:buChar char="o"/>
            </a:pPr>
            <a:r>
              <a:rPr lang="en-GB" dirty="0">
                <a:ea typeface="+mn-lt"/>
                <a:cs typeface="+mn-lt"/>
              </a:rPr>
              <a:t>The field is an email address; there are regular expressions available online for validating email addresses, and validators in your framework.</a:t>
            </a:r>
          </a:p>
          <a:p>
            <a:pPr lvl="1">
              <a:buFont typeface="Courier New" panose="020B0604020202020204" pitchFamily="34" charset="0"/>
              <a:buChar char="o"/>
            </a:pPr>
            <a:r>
              <a:rPr lang="en-GB" dirty="0">
                <a:ea typeface="+mn-lt"/>
                <a:cs typeface="+mn-lt"/>
              </a:rPr>
              <a:t>Your program does a search in the database and displays a string from the record it found to the screen. Validate that this input is what you are expecting, just as you would if it came from a user.</a:t>
            </a:r>
          </a:p>
          <a:p>
            <a:pPr lvl="1">
              <a:buFont typeface="Courier New" panose="020B0604020202020204" pitchFamily="34" charset="0"/>
              <a:buChar char="o"/>
            </a:pPr>
            <a:r>
              <a:rPr lang="en-GB" dirty="0">
                <a:ea typeface="+mn-lt"/>
                <a:cs typeface="+mn-lt"/>
              </a:rPr>
              <a:t>You call an API; you send a postal code, and it returns the rest of the address. Verify that the address is in the correct format and is what you are expecting.</a:t>
            </a:r>
          </a:p>
          <a:p>
            <a:pPr lvl="1">
              <a:buFont typeface="Courier New" panose="020B0604020202020204" pitchFamily="34" charset="0"/>
              <a:buChar char="o"/>
            </a:pPr>
            <a:r>
              <a:rPr lang="en-GB" dirty="0">
                <a:ea typeface="+mn-lt"/>
                <a:cs typeface="+mn-lt"/>
              </a:rPr>
              <a:t>An application calls your application and passes a URL in the parameters. This is a dangerous action from a security perspective and is generally referred to as an open redirect. Whenever possible, your application should only accept information from other applications over secure channels (TLS), and you should also validate the data they send you.</a:t>
            </a:r>
          </a:p>
          <a:p>
            <a:pPr lvl="1">
              <a:buFont typeface="Courier New" panose="020B0604020202020204" pitchFamily="34" charset="0"/>
              <a:buChar char="o"/>
            </a:pPr>
            <a:r>
              <a:rPr lang="en-GB" dirty="0">
                <a:ea typeface="+mn-lt"/>
                <a:cs typeface="+mn-lt"/>
              </a:rPr>
              <a:t>If you are writing an application in a language that is not memory-safe (for example, C/C++), you will need to do something called bounds checking7 to ensure the input does not overflow your variable types.</a:t>
            </a:r>
            <a:endParaRPr lang="en-GB" dirty="0">
              <a:ea typeface="Calibri"/>
              <a:cs typeface="Calibri"/>
            </a:endParaRPr>
          </a:p>
        </p:txBody>
      </p:sp>
    </p:spTree>
    <p:extLst>
      <p:ext uri="{BB962C8B-B14F-4D97-AF65-F5344CB8AC3E}">
        <p14:creationId xmlns:p14="http://schemas.microsoft.com/office/powerpoint/2010/main" val="15723344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8F021-0AC8-F947-3EC9-2F4579514446}"/>
              </a:ext>
            </a:extLst>
          </p:cNvPr>
          <p:cNvSpPr>
            <a:spLocks noGrp="1"/>
          </p:cNvSpPr>
          <p:nvPr>
            <p:ph type="title"/>
          </p:nvPr>
        </p:nvSpPr>
        <p:spPr/>
        <p:txBody>
          <a:bodyPr/>
          <a:lstStyle/>
          <a:p>
            <a:r>
              <a:rPr lang="en-GB" dirty="0">
                <a:ea typeface="+mj-lt"/>
                <a:cs typeface="+mj-lt"/>
              </a:rPr>
              <a:t>Encoding and Escaping</a:t>
            </a:r>
            <a:endParaRPr lang="en-US" dirty="0"/>
          </a:p>
        </p:txBody>
      </p:sp>
      <p:sp>
        <p:nvSpPr>
          <p:cNvPr id="3" name="Content Placeholder 2">
            <a:extLst>
              <a:ext uri="{FF2B5EF4-FFF2-40B4-BE49-F238E27FC236}">
                <a16:creationId xmlns:a16="http://schemas.microsoft.com/office/drawing/2014/main" id="{6F314D27-F906-3482-A670-8BAD908715A7}"/>
              </a:ext>
            </a:extLst>
          </p:cNvPr>
          <p:cNvSpPr>
            <a:spLocks noGrp="1"/>
          </p:cNvSpPr>
          <p:nvPr>
            <p:ph idx="1"/>
          </p:nvPr>
        </p:nvSpPr>
        <p:spPr>
          <a:xfrm>
            <a:off x="838200" y="1408682"/>
            <a:ext cx="10515600" cy="5343375"/>
          </a:xfrm>
        </p:spPr>
        <p:txBody>
          <a:bodyPr vert="horz" lIns="91440" tIns="45720" rIns="91440" bIns="45720" rtlCol="0" anchor="t">
            <a:normAutofit lnSpcReduction="10000"/>
          </a:bodyPr>
          <a:lstStyle/>
          <a:p>
            <a:r>
              <a:rPr lang="en-GB" dirty="0">
                <a:ea typeface="+mn-lt"/>
                <a:cs typeface="+mn-lt"/>
              </a:rPr>
              <a:t>Escaping a character or value means removing the special powers that it would have if it were executed as code, instead of being treated as data (as it should be). It is usually done by adding a backslash (\) character before the special character in question.</a:t>
            </a:r>
          </a:p>
          <a:p>
            <a:r>
              <a:rPr lang="en-GB" dirty="0">
                <a:ea typeface="+mn-lt"/>
                <a:cs typeface="+mn-lt"/>
              </a:rPr>
              <a:t>Encoding is changing a value from whatever format it is in into whatever format you are encoding for (URL encoding, base64 encoding, HTML </a:t>
            </a:r>
            <a:r>
              <a:rPr lang="en-GB">
                <a:ea typeface="+mn-lt"/>
                <a:cs typeface="+mn-lt"/>
              </a:rPr>
              <a:t>encoding).</a:t>
            </a:r>
          </a:p>
          <a:p>
            <a:r>
              <a:rPr lang="en-GB" dirty="0">
                <a:ea typeface="+mn-lt"/>
                <a:cs typeface="+mn-lt"/>
              </a:rPr>
              <a:t>The purpose of encoding is not to protect the value you are encoding, but to change it into the format that you want to use it as.</a:t>
            </a:r>
          </a:p>
          <a:p>
            <a:r>
              <a:rPr lang="en-GB" dirty="0">
                <a:ea typeface="+mn-lt"/>
                <a:cs typeface="+mn-lt"/>
              </a:rPr>
              <a:t>The output encoding will ensure that if the value that you are outputting to the screen contains code (such as a cross-site scripting attack), it will only output the text value, not interpret (execute) the code in the browser as JavaScript. Output encoding renders XSS attack code powerless.</a:t>
            </a:r>
            <a:endParaRPr lang="en-GB" dirty="0">
              <a:ea typeface="Calibri"/>
              <a:cs typeface="Calibri"/>
            </a:endParaRPr>
          </a:p>
        </p:txBody>
      </p:sp>
    </p:spTree>
    <p:extLst>
      <p:ext uri="{BB962C8B-B14F-4D97-AF65-F5344CB8AC3E}">
        <p14:creationId xmlns:p14="http://schemas.microsoft.com/office/powerpoint/2010/main" val="30276079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descr="A screenshot of a computer&#10;&#10;Description automatically generated">
            <a:extLst>
              <a:ext uri="{FF2B5EF4-FFF2-40B4-BE49-F238E27FC236}">
                <a16:creationId xmlns:a16="http://schemas.microsoft.com/office/drawing/2014/main" id="{20B13694-A174-6415-45DE-743A2F5A9F31}"/>
              </a:ext>
            </a:extLst>
          </p:cNvPr>
          <p:cNvPicPr>
            <a:picLocks noGrp="1" noChangeAspect="1"/>
          </p:cNvPicPr>
          <p:nvPr>
            <p:ph idx="1"/>
          </p:nvPr>
        </p:nvPicPr>
        <p:blipFill rotWithShape="1">
          <a:blip r:embed="rId2"/>
          <a:srcRect l="9276" t="32673" r="32467" b="15511"/>
          <a:stretch/>
        </p:blipFill>
        <p:spPr>
          <a:xfrm>
            <a:off x="643467" y="701048"/>
            <a:ext cx="10905066" cy="5455902"/>
          </a:xfrm>
          <a:prstGeom prst="rect">
            <a:avLst/>
          </a:prstGeom>
        </p:spPr>
      </p:pic>
    </p:spTree>
    <p:extLst>
      <p:ext uri="{BB962C8B-B14F-4D97-AF65-F5344CB8AC3E}">
        <p14:creationId xmlns:p14="http://schemas.microsoft.com/office/powerpoint/2010/main" val="21252223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84C23-1A90-378A-5441-592071C723DF}"/>
              </a:ext>
            </a:extLst>
          </p:cNvPr>
          <p:cNvSpPr>
            <a:spLocks noGrp="1"/>
          </p:cNvSpPr>
          <p:nvPr>
            <p:ph type="title"/>
          </p:nvPr>
        </p:nvSpPr>
        <p:spPr>
          <a:xfrm>
            <a:off x="838200" y="91955"/>
            <a:ext cx="10515600" cy="764847"/>
          </a:xfrm>
        </p:spPr>
        <p:txBody>
          <a:bodyPr/>
          <a:lstStyle/>
          <a:p>
            <a:r>
              <a:rPr lang="en-GB" dirty="0">
                <a:ea typeface="+mj-lt"/>
                <a:cs typeface="+mj-lt"/>
              </a:rPr>
              <a:t>Third-Party Components</a:t>
            </a:r>
            <a:endParaRPr lang="en-US" dirty="0"/>
          </a:p>
        </p:txBody>
      </p:sp>
      <p:sp>
        <p:nvSpPr>
          <p:cNvPr id="3" name="Content Placeholder 2">
            <a:extLst>
              <a:ext uri="{FF2B5EF4-FFF2-40B4-BE49-F238E27FC236}">
                <a16:creationId xmlns:a16="http://schemas.microsoft.com/office/drawing/2014/main" id="{ED5282FC-F9E0-134D-CA2C-FF0175350665}"/>
              </a:ext>
            </a:extLst>
          </p:cNvPr>
          <p:cNvSpPr>
            <a:spLocks noGrp="1"/>
          </p:cNvSpPr>
          <p:nvPr>
            <p:ph idx="1"/>
          </p:nvPr>
        </p:nvSpPr>
        <p:spPr>
          <a:xfrm>
            <a:off x="838200" y="1063626"/>
            <a:ext cx="10515600" cy="5789072"/>
          </a:xfrm>
        </p:spPr>
        <p:txBody>
          <a:bodyPr vert="horz" lIns="91440" tIns="45720" rIns="91440" bIns="45720" rtlCol="0" anchor="t">
            <a:normAutofit lnSpcReduction="10000"/>
          </a:bodyPr>
          <a:lstStyle/>
          <a:p>
            <a:r>
              <a:rPr lang="en-GB" dirty="0">
                <a:ea typeface="+mn-lt"/>
                <a:cs typeface="+mn-lt"/>
              </a:rPr>
              <a:t>A third party component is basically a software solution that is developed by another company or developer. When we’re building custom software systems, we don’t like to reinvent the wheel. So if a third party app exists that meets your functionality needs without us having to build it from scratch</a:t>
            </a:r>
          </a:p>
          <a:p>
            <a:r>
              <a:rPr lang="en-GB" dirty="0">
                <a:ea typeface="+mn-lt"/>
                <a:cs typeface="+mn-lt"/>
              </a:rPr>
              <a:t>every line of code you include from a library, frame‑ work, plugin, or other third-party component is risk that you accept into your application; if it is insecure your application is now also insecure if it accesses/ uses/calls that part of the component.</a:t>
            </a:r>
            <a:endParaRPr lang="en-GB">
              <a:ea typeface="Calibri"/>
              <a:cs typeface="Calibri"/>
            </a:endParaRPr>
          </a:p>
          <a:p>
            <a:r>
              <a:rPr lang="en-GB" dirty="0">
                <a:ea typeface="+mn-lt"/>
                <a:cs typeface="+mn-lt"/>
              </a:rPr>
              <a:t>Verifying that all third-party components are not known to be vulnerable is a quick-and-easy win in regard to understanding how secure your application is. </a:t>
            </a:r>
          </a:p>
          <a:p>
            <a:r>
              <a:rPr lang="en-GB" dirty="0">
                <a:ea typeface="+mn-lt"/>
                <a:cs typeface="+mn-lt"/>
              </a:rPr>
              <a:t>There are many, many tools on the market that can verify if your third-party components are known to be vulnerable.</a:t>
            </a:r>
            <a:endParaRPr lang="en-GB" dirty="0">
              <a:ea typeface="Calibri"/>
              <a:cs typeface="Calibri"/>
            </a:endParaRPr>
          </a:p>
        </p:txBody>
      </p:sp>
    </p:spTree>
    <p:extLst>
      <p:ext uri="{BB962C8B-B14F-4D97-AF65-F5344CB8AC3E}">
        <p14:creationId xmlns:p14="http://schemas.microsoft.com/office/powerpoint/2010/main" val="13894737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E2337-7C67-4E36-CC99-8E3FAC8461C0}"/>
              </a:ext>
            </a:extLst>
          </p:cNvPr>
          <p:cNvSpPr>
            <a:spLocks noGrp="1"/>
          </p:cNvSpPr>
          <p:nvPr>
            <p:ph type="title"/>
          </p:nvPr>
        </p:nvSpPr>
        <p:spPr>
          <a:xfrm>
            <a:off x="622540" y="365125"/>
            <a:ext cx="10515600" cy="851111"/>
          </a:xfrm>
        </p:spPr>
        <p:txBody>
          <a:bodyPr/>
          <a:lstStyle/>
          <a:p>
            <a:r>
              <a:rPr lang="en-GB" dirty="0">
                <a:ea typeface="Calibri Light"/>
                <a:cs typeface="Calibri Light"/>
              </a:rPr>
              <a:t>Strategies to evaluate third party components</a:t>
            </a:r>
            <a:endParaRPr lang="en-GB" dirty="0"/>
          </a:p>
        </p:txBody>
      </p:sp>
      <p:sp>
        <p:nvSpPr>
          <p:cNvPr id="3" name="Content Placeholder 2">
            <a:extLst>
              <a:ext uri="{FF2B5EF4-FFF2-40B4-BE49-F238E27FC236}">
                <a16:creationId xmlns:a16="http://schemas.microsoft.com/office/drawing/2014/main" id="{642AB380-B7EA-C1A9-FC14-13287BF61FC7}"/>
              </a:ext>
            </a:extLst>
          </p:cNvPr>
          <p:cNvSpPr>
            <a:spLocks noGrp="1"/>
          </p:cNvSpPr>
          <p:nvPr>
            <p:ph idx="1"/>
          </p:nvPr>
        </p:nvSpPr>
        <p:spPr>
          <a:xfrm>
            <a:off x="838200" y="1221777"/>
            <a:ext cx="10515600" cy="5415261"/>
          </a:xfrm>
        </p:spPr>
        <p:txBody>
          <a:bodyPr vert="horz" lIns="91440" tIns="45720" rIns="91440" bIns="45720" rtlCol="0" anchor="t">
            <a:normAutofit fontScale="92500" lnSpcReduction="10000"/>
          </a:bodyPr>
          <a:lstStyle/>
          <a:p>
            <a:r>
              <a:rPr lang="en-GB" dirty="0">
                <a:ea typeface="+mn-lt"/>
                <a:cs typeface="+mn-lt"/>
              </a:rPr>
              <a:t>If  you can afford it, use two tools, not one. They all check different databases and in different ways, and therefore may not catch the same things. </a:t>
            </a:r>
          </a:p>
          <a:p>
            <a:r>
              <a:rPr lang="en-GB" dirty="0">
                <a:ea typeface="+mn-lt"/>
                <a:cs typeface="+mn-lt"/>
              </a:rPr>
              <a:t>you should regularly scan your code repository (daily, or at least weekly), as well as scan every time you release code to production.</a:t>
            </a:r>
          </a:p>
          <a:p>
            <a:r>
              <a:rPr lang="en-GB" dirty="0">
                <a:ea typeface="+mn-lt"/>
                <a:cs typeface="+mn-lt"/>
              </a:rPr>
              <a:t>You should scan every time you release your code because you (or your teammates) may have added a new component or upgraded a component to a version that is known to be vulnerable but not </a:t>
            </a:r>
            <a:r>
              <a:rPr lang="en-GB">
                <a:ea typeface="+mn-lt"/>
                <a:cs typeface="+mn-lt"/>
              </a:rPr>
              <a:t>realized it.</a:t>
            </a:r>
          </a:p>
          <a:p>
            <a:r>
              <a:rPr lang="en-GB" dirty="0">
                <a:ea typeface="+mn-lt"/>
                <a:cs typeface="+mn-lt"/>
              </a:rPr>
              <a:t>If you are building software that requires a very high level of assurance, you should test and review every single line of code that your application depends on.</a:t>
            </a:r>
          </a:p>
          <a:p>
            <a:r>
              <a:rPr lang="en-GB" dirty="0">
                <a:ea typeface="+mn-lt"/>
                <a:cs typeface="+mn-lt"/>
              </a:rPr>
              <a:t>A best practice when it comes to third-party components is to only include the ones that you need, as opposed to including every cool new thing you see on the internet. </a:t>
            </a:r>
          </a:p>
        </p:txBody>
      </p:sp>
    </p:spTree>
    <p:extLst>
      <p:ext uri="{BB962C8B-B14F-4D97-AF65-F5344CB8AC3E}">
        <p14:creationId xmlns:p14="http://schemas.microsoft.com/office/powerpoint/2010/main" val="7290948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0BA33-322F-068F-BE38-0E9B3A92832B}"/>
              </a:ext>
            </a:extLst>
          </p:cNvPr>
          <p:cNvSpPr>
            <a:spLocks noGrp="1"/>
          </p:cNvSpPr>
          <p:nvPr>
            <p:ph type="title"/>
          </p:nvPr>
        </p:nvSpPr>
        <p:spPr>
          <a:xfrm>
            <a:off x="838200" y="106332"/>
            <a:ext cx="10515600" cy="994884"/>
          </a:xfrm>
        </p:spPr>
        <p:txBody>
          <a:bodyPr/>
          <a:lstStyle/>
          <a:p>
            <a:r>
              <a:rPr lang="en-GB" dirty="0">
                <a:ea typeface="+mj-lt"/>
                <a:cs typeface="+mj-lt"/>
              </a:rPr>
              <a:t>Security Headers: Seatbelts for Web Apps</a:t>
            </a:r>
            <a:endParaRPr lang="en-US" dirty="0"/>
          </a:p>
        </p:txBody>
      </p:sp>
      <p:sp>
        <p:nvSpPr>
          <p:cNvPr id="3" name="Content Placeholder 2">
            <a:extLst>
              <a:ext uri="{FF2B5EF4-FFF2-40B4-BE49-F238E27FC236}">
                <a16:creationId xmlns:a16="http://schemas.microsoft.com/office/drawing/2014/main" id="{2CC74377-F246-7ED9-5BFC-6DF5E79C4C7E}"/>
              </a:ext>
            </a:extLst>
          </p:cNvPr>
          <p:cNvSpPr>
            <a:spLocks noGrp="1"/>
          </p:cNvSpPr>
          <p:nvPr>
            <p:ph idx="1"/>
          </p:nvPr>
        </p:nvSpPr>
        <p:spPr>
          <a:xfrm>
            <a:off x="838200" y="1264909"/>
            <a:ext cx="10515600" cy="5587789"/>
          </a:xfrm>
        </p:spPr>
        <p:txBody>
          <a:bodyPr vert="horz" lIns="91440" tIns="45720" rIns="91440" bIns="45720" rtlCol="0" anchor="t">
            <a:normAutofit/>
          </a:bodyPr>
          <a:lstStyle/>
          <a:p>
            <a:r>
              <a:rPr lang="en-GB" dirty="0">
                <a:ea typeface="+mn-lt"/>
                <a:cs typeface="+mn-lt"/>
              </a:rPr>
              <a:t>Security headers are settings that tell the browser and server how to handle various things for your web application; they only apply to web assets that use a browser (web apps and Software as a Service, or SaaS, products that are accessed via a browser).</a:t>
            </a:r>
          </a:p>
          <a:p>
            <a:r>
              <a:rPr lang="en-GB" dirty="0">
                <a:ea typeface="+mn-lt"/>
                <a:cs typeface="+mn-lt"/>
              </a:rPr>
              <a:t>They do not apply to software that you install on your computer, operating systems, or embedded systems like firmware. </a:t>
            </a:r>
          </a:p>
          <a:p>
            <a:r>
              <a:rPr lang="en-GB" dirty="0">
                <a:ea typeface="+mn-lt"/>
                <a:cs typeface="+mn-lt"/>
              </a:rPr>
              <a:t>Security headers are a lot like seatbelts; they aren’t exciting, they aren’t difficult to use or time consuming, and if you create a habit of using them, they can save you in an </a:t>
            </a:r>
            <a:r>
              <a:rPr lang="en-GB">
                <a:ea typeface="+mn-lt"/>
                <a:cs typeface="+mn-lt"/>
              </a:rPr>
              <a:t>emergency.</a:t>
            </a:r>
            <a:endParaRPr lang="en-GB" dirty="0">
              <a:ea typeface="+mn-lt"/>
              <a:cs typeface="+mn-lt"/>
            </a:endParaRPr>
          </a:p>
          <a:p>
            <a:r>
              <a:rPr lang="en-GB">
                <a:ea typeface="+mn-lt"/>
                <a:cs typeface="+mn-lt"/>
              </a:rPr>
              <a:t>the web server or your code. To apply them you generally will add one line of code or check a box to configure your web server</a:t>
            </a:r>
            <a:endParaRPr lang="en-GB" dirty="0">
              <a:ea typeface="Calibri"/>
              <a:cs typeface="Calibri"/>
            </a:endParaRPr>
          </a:p>
        </p:txBody>
      </p:sp>
    </p:spTree>
    <p:extLst>
      <p:ext uri="{BB962C8B-B14F-4D97-AF65-F5344CB8AC3E}">
        <p14:creationId xmlns:p14="http://schemas.microsoft.com/office/powerpoint/2010/main" val="17222630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38D62-4A56-0210-21D7-AC02E9FFCB2F}"/>
              </a:ext>
            </a:extLst>
          </p:cNvPr>
          <p:cNvSpPr>
            <a:spLocks noGrp="1"/>
          </p:cNvSpPr>
          <p:nvPr>
            <p:ph type="title"/>
          </p:nvPr>
        </p:nvSpPr>
        <p:spPr/>
        <p:txBody>
          <a:bodyPr/>
          <a:lstStyle/>
          <a:p>
            <a:r>
              <a:rPr lang="en-GB" dirty="0">
                <a:ea typeface="Calibri Light"/>
                <a:cs typeface="Calibri Light"/>
              </a:rPr>
              <a:t>Different Security Headers</a:t>
            </a:r>
            <a:endParaRPr lang="en-GB" dirty="0"/>
          </a:p>
        </p:txBody>
      </p:sp>
      <p:pic>
        <p:nvPicPr>
          <p:cNvPr id="4" name="Content Placeholder 3" descr="A screenshot of a computer screen&#10;&#10;Description automatically generated">
            <a:extLst>
              <a:ext uri="{FF2B5EF4-FFF2-40B4-BE49-F238E27FC236}">
                <a16:creationId xmlns:a16="http://schemas.microsoft.com/office/drawing/2014/main" id="{B3786C61-EF4A-4F5B-B727-59CFE52F29FC}"/>
              </a:ext>
            </a:extLst>
          </p:cNvPr>
          <p:cNvPicPr>
            <a:picLocks noGrp="1" noChangeAspect="1"/>
          </p:cNvPicPr>
          <p:nvPr>
            <p:ph idx="1"/>
          </p:nvPr>
        </p:nvPicPr>
        <p:blipFill rotWithShape="1">
          <a:blip r:embed="rId2"/>
          <a:srcRect l="35250" t="30363" r="5566" b="26073"/>
          <a:stretch/>
        </p:blipFill>
        <p:spPr>
          <a:xfrm>
            <a:off x="84030" y="1264908"/>
            <a:ext cx="11941730" cy="4958011"/>
          </a:xfrm>
        </p:spPr>
      </p:pic>
    </p:spTree>
    <p:extLst>
      <p:ext uri="{BB962C8B-B14F-4D97-AF65-F5344CB8AC3E}">
        <p14:creationId xmlns:p14="http://schemas.microsoft.com/office/powerpoint/2010/main" val="40956087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FFB37-B2DC-85BB-6B48-AEC13FFE2901}"/>
              </a:ext>
            </a:extLst>
          </p:cNvPr>
          <p:cNvSpPr>
            <a:spLocks noGrp="1"/>
          </p:cNvSpPr>
          <p:nvPr>
            <p:ph type="title"/>
          </p:nvPr>
        </p:nvSpPr>
        <p:spPr/>
        <p:txBody>
          <a:bodyPr/>
          <a:lstStyle/>
          <a:p>
            <a:r>
              <a:rPr lang="en-GB" dirty="0">
                <a:ea typeface="+mj-lt"/>
                <a:cs typeface="+mj-lt"/>
              </a:rPr>
              <a:t>X-XSS-Protection</a:t>
            </a:r>
            <a:endParaRPr lang="en-US" dirty="0"/>
          </a:p>
        </p:txBody>
      </p:sp>
      <p:sp>
        <p:nvSpPr>
          <p:cNvPr id="3" name="Content Placeholder 2">
            <a:extLst>
              <a:ext uri="{FF2B5EF4-FFF2-40B4-BE49-F238E27FC236}">
                <a16:creationId xmlns:a16="http://schemas.microsoft.com/office/drawing/2014/main" id="{58B173D1-979F-358F-9E73-163829C5450D}"/>
              </a:ext>
            </a:extLst>
          </p:cNvPr>
          <p:cNvSpPr>
            <a:spLocks noGrp="1"/>
          </p:cNvSpPr>
          <p:nvPr>
            <p:ph idx="1"/>
          </p:nvPr>
        </p:nvSpPr>
        <p:spPr>
          <a:xfrm>
            <a:off x="838200" y="1480569"/>
            <a:ext cx="10515600" cy="5142092"/>
          </a:xfrm>
        </p:spPr>
        <p:txBody>
          <a:bodyPr vert="horz" lIns="91440" tIns="45720" rIns="91440" bIns="45720" rtlCol="0" anchor="t">
            <a:normAutofit/>
          </a:bodyPr>
          <a:lstStyle/>
          <a:p>
            <a:r>
              <a:rPr lang="en-GB" dirty="0">
                <a:solidFill>
                  <a:srgbClr val="000000"/>
                </a:solidFill>
                <a:ea typeface="+mn-lt"/>
                <a:cs typeface="+mn-lt"/>
              </a:rPr>
              <a:t>The </a:t>
            </a:r>
            <a:r>
              <a:rPr lang="en-GB" dirty="0">
                <a:latin typeface="Calibri"/>
                <a:ea typeface="Calibri"/>
                <a:cs typeface="Calibri"/>
              </a:rPr>
              <a:t>X-XSS-Protection</a:t>
            </a:r>
            <a:r>
              <a:rPr lang="en-GB" dirty="0">
                <a:solidFill>
                  <a:srgbClr val="000000"/>
                </a:solidFill>
                <a:ea typeface="+mn-lt"/>
                <a:cs typeface="+mn-lt"/>
              </a:rPr>
              <a:t> header is used to enable the built-in XSS filter in modern web browsers. When a browser detects a potential XSS attack, it can either sanitize the page by removing the malicious script </a:t>
            </a:r>
            <a:r>
              <a:rPr lang="en-GB">
                <a:solidFill>
                  <a:srgbClr val="000000"/>
                </a:solidFill>
                <a:ea typeface="+mn-lt"/>
                <a:cs typeface="+mn-lt"/>
              </a:rPr>
              <a:t>or block the page entirely.</a:t>
            </a:r>
          </a:p>
          <a:p>
            <a:r>
              <a:rPr lang="en-GB" dirty="0">
                <a:solidFill>
                  <a:srgbClr val="000000"/>
                </a:solidFill>
                <a:ea typeface="+mn-lt"/>
                <a:cs typeface="+mn-lt"/>
              </a:rPr>
              <a:t>This header has been deprecated. </a:t>
            </a:r>
          </a:p>
          <a:p>
            <a:r>
              <a:rPr lang="en-GB" dirty="0">
                <a:solidFill>
                  <a:srgbClr val="000000"/>
                </a:solidFill>
                <a:ea typeface="+mn-lt"/>
                <a:cs typeface="+mn-lt"/>
              </a:rPr>
              <a:t>Not only is it no longer supported by modern browsers, but it is recommended by several industry experts that it should no longer be used at all, due to the vulnerabilities it can create.</a:t>
            </a:r>
          </a:p>
          <a:p>
            <a:r>
              <a:rPr lang="en-GB" dirty="0">
                <a:solidFill>
                  <a:srgbClr val="000000"/>
                </a:solidFill>
                <a:ea typeface="+mn-lt"/>
                <a:cs typeface="+mn-lt"/>
              </a:rPr>
              <a:t>Although it can help in some cases with some very old browsers, it causes more harm than good, and therefore should no longer be used as of this writing.</a:t>
            </a:r>
            <a:endParaRPr lang="en-GB" dirty="0">
              <a:solidFill>
                <a:srgbClr val="000000"/>
              </a:solidFill>
              <a:ea typeface="Calibri"/>
              <a:cs typeface="Calibri"/>
            </a:endParaRPr>
          </a:p>
        </p:txBody>
      </p:sp>
    </p:spTree>
    <p:extLst>
      <p:ext uri="{BB962C8B-B14F-4D97-AF65-F5344CB8AC3E}">
        <p14:creationId xmlns:p14="http://schemas.microsoft.com/office/powerpoint/2010/main" val="19502355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04598-BD6D-A140-4555-6B351E95E66C}"/>
              </a:ext>
            </a:extLst>
          </p:cNvPr>
          <p:cNvSpPr>
            <a:spLocks noGrp="1"/>
          </p:cNvSpPr>
          <p:nvPr>
            <p:ph type="title"/>
          </p:nvPr>
        </p:nvSpPr>
        <p:spPr/>
        <p:txBody>
          <a:bodyPr/>
          <a:lstStyle/>
          <a:p>
            <a:r>
              <a:rPr lang="en-US" dirty="0">
                <a:latin typeface="Calibri Light"/>
                <a:cs typeface="Calibri Light"/>
              </a:rPr>
              <a:t>Securing Your Cookies, Passwords, Storage, and Other Important Decisions</a:t>
            </a:r>
            <a:endParaRPr lang="en-US" dirty="0">
              <a:solidFill>
                <a:srgbClr val="000000"/>
              </a:solidFill>
              <a:latin typeface="Calibri Light"/>
              <a:cs typeface="Calibri Light"/>
            </a:endParaRPr>
          </a:p>
        </p:txBody>
      </p:sp>
      <p:sp>
        <p:nvSpPr>
          <p:cNvPr id="3" name="Content Placeholder 2">
            <a:extLst>
              <a:ext uri="{FF2B5EF4-FFF2-40B4-BE49-F238E27FC236}">
                <a16:creationId xmlns:a16="http://schemas.microsoft.com/office/drawing/2014/main" id="{6347E609-8A06-8600-5001-7A67EC5D4EFE}"/>
              </a:ext>
            </a:extLst>
          </p:cNvPr>
          <p:cNvSpPr>
            <a:spLocks noGrp="1"/>
          </p:cNvSpPr>
          <p:nvPr>
            <p:ph idx="1"/>
          </p:nvPr>
        </p:nvSpPr>
        <p:spPr>
          <a:xfrm>
            <a:off x="838200" y="1825625"/>
            <a:ext cx="10515600" cy="4725149"/>
          </a:xfrm>
        </p:spPr>
        <p:txBody>
          <a:bodyPr vert="horz" lIns="91440" tIns="45720" rIns="91440" bIns="45720" rtlCol="0" anchor="t">
            <a:normAutofit/>
          </a:bodyPr>
          <a:lstStyle/>
          <a:p>
            <a:r>
              <a:rPr lang="en-US" dirty="0">
                <a:ea typeface="+mn-lt"/>
                <a:cs typeface="+mn-lt"/>
              </a:rPr>
              <a:t>Cookies are used to pass information about a user session back and forth from the browser to your web server and can be saved for future use to give the user a more personalized experience (for instance, it can remember their language preference). </a:t>
            </a:r>
          </a:p>
          <a:p>
            <a:r>
              <a:rPr lang="en-US" dirty="0">
                <a:ea typeface="+mn-lt"/>
                <a:cs typeface="+mn-lt"/>
              </a:rPr>
              <a:t>Although many websites use cookies to store information for marketing and tracking purposes, and even selling the information to other companies, the ethical aspects in regard to privacy of the data kept within cookies is not a topic we will delve into here. </a:t>
            </a:r>
          </a:p>
          <a:p>
            <a:r>
              <a:rPr lang="en-US" dirty="0">
                <a:ea typeface="+mn-lt"/>
                <a:cs typeface="+mn-lt"/>
              </a:rPr>
              <a:t>When you are setting cookies in your application, there are settings that you will need to use in order to ensure the data within your cookie remains safe</a:t>
            </a:r>
            <a:endParaRPr lang="en-US" dirty="0">
              <a:cs typeface="Calibri"/>
            </a:endParaRPr>
          </a:p>
        </p:txBody>
      </p:sp>
    </p:spTree>
    <p:extLst>
      <p:ext uri="{BB962C8B-B14F-4D97-AF65-F5344CB8AC3E}">
        <p14:creationId xmlns:p14="http://schemas.microsoft.com/office/powerpoint/2010/main" val="17416147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5FF8C-944D-BCEC-9588-2EA031A2EF32}"/>
              </a:ext>
            </a:extLst>
          </p:cNvPr>
          <p:cNvSpPr>
            <a:spLocks noGrp="1"/>
          </p:cNvSpPr>
          <p:nvPr>
            <p:ph type="title"/>
          </p:nvPr>
        </p:nvSpPr>
        <p:spPr/>
        <p:txBody>
          <a:bodyPr/>
          <a:lstStyle/>
          <a:p>
            <a:r>
              <a:rPr lang="en-US" dirty="0">
                <a:cs typeface="Calibri Light"/>
              </a:rPr>
              <a:t>Techniques to secure cookies</a:t>
            </a:r>
            <a:endParaRPr lang="en-US" dirty="0"/>
          </a:p>
        </p:txBody>
      </p:sp>
      <p:sp>
        <p:nvSpPr>
          <p:cNvPr id="3" name="Content Placeholder 2">
            <a:extLst>
              <a:ext uri="{FF2B5EF4-FFF2-40B4-BE49-F238E27FC236}">
                <a16:creationId xmlns:a16="http://schemas.microsoft.com/office/drawing/2014/main" id="{CEF8294B-AC20-6227-83EE-6E71BF392BC9}"/>
              </a:ext>
            </a:extLst>
          </p:cNvPr>
          <p:cNvSpPr>
            <a:spLocks noGrp="1"/>
          </p:cNvSpPr>
          <p:nvPr>
            <p:ph idx="1"/>
          </p:nvPr>
        </p:nvSpPr>
        <p:spPr/>
        <p:txBody>
          <a:bodyPr vert="horz" lIns="91440" tIns="45720" rIns="91440" bIns="45720" rtlCol="0" anchor="t">
            <a:normAutofit/>
          </a:bodyPr>
          <a:lstStyle/>
          <a:p>
            <a:r>
              <a:rPr lang="en-US" dirty="0">
                <a:ea typeface="+mn-lt"/>
                <a:cs typeface="+mn-lt"/>
              </a:rPr>
              <a:t>The Secure Flag</a:t>
            </a:r>
          </a:p>
          <a:p>
            <a:r>
              <a:rPr lang="en-US" dirty="0">
                <a:ea typeface="+mn-lt"/>
                <a:cs typeface="+mn-lt"/>
              </a:rPr>
              <a:t>The </a:t>
            </a:r>
            <a:r>
              <a:rPr lang="en-US" err="1">
                <a:ea typeface="+mn-lt"/>
                <a:cs typeface="+mn-lt"/>
              </a:rPr>
              <a:t>HttpOnly</a:t>
            </a:r>
            <a:r>
              <a:rPr lang="en-US" dirty="0">
                <a:ea typeface="+mn-lt"/>
                <a:cs typeface="+mn-lt"/>
              </a:rPr>
              <a:t> Flag</a:t>
            </a:r>
          </a:p>
          <a:p>
            <a:r>
              <a:rPr lang="en-US" dirty="0">
                <a:ea typeface="+mn-lt"/>
                <a:cs typeface="+mn-lt"/>
              </a:rPr>
              <a:t>Persistence</a:t>
            </a:r>
          </a:p>
          <a:p>
            <a:r>
              <a:rPr lang="en-US" dirty="0">
                <a:ea typeface="+mn-lt"/>
                <a:cs typeface="+mn-lt"/>
              </a:rPr>
              <a:t>Domain</a:t>
            </a:r>
          </a:p>
          <a:p>
            <a:r>
              <a:rPr lang="en-US" dirty="0">
                <a:ea typeface="+mn-lt"/>
                <a:cs typeface="+mn-lt"/>
              </a:rPr>
              <a:t>Path</a:t>
            </a:r>
          </a:p>
          <a:p>
            <a:r>
              <a:rPr lang="en-US" dirty="0">
                <a:ea typeface="+mn-lt"/>
                <a:cs typeface="+mn-lt"/>
              </a:rPr>
              <a:t>Same-Site</a:t>
            </a:r>
          </a:p>
          <a:p>
            <a:r>
              <a:rPr lang="en-US" dirty="0">
                <a:ea typeface="+mn-lt"/>
                <a:cs typeface="+mn-lt"/>
              </a:rPr>
              <a:t>Data Privacy</a:t>
            </a:r>
          </a:p>
          <a:p>
            <a:r>
              <a:rPr lang="en-US" dirty="0">
                <a:ea typeface="+mn-lt"/>
                <a:cs typeface="+mn-lt"/>
              </a:rPr>
              <a:t>Data Classification</a:t>
            </a:r>
          </a:p>
        </p:txBody>
      </p:sp>
    </p:spTree>
    <p:extLst>
      <p:ext uri="{BB962C8B-B14F-4D97-AF65-F5344CB8AC3E}">
        <p14:creationId xmlns:p14="http://schemas.microsoft.com/office/powerpoint/2010/main" val="37104486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8814BF-8AC9-1907-8D22-A941AA73954C}"/>
              </a:ext>
            </a:extLst>
          </p:cNvPr>
          <p:cNvSpPr>
            <a:spLocks noGrp="1"/>
          </p:cNvSpPr>
          <p:nvPr>
            <p:ph type="title"/>
          </p:nvPr>
        </p:nvSpPr>
        <p:spPr/>
        <p:txBody>
          <a:bodyPr>
            <a:normAutofit/>
          </a:bodyPr>
          <a:lstStyle/>
          <a:p>
            <a:r>
              <a:rPr lang="en-US" dirty="0">
                <a:latin typeface="Calibri Light"/>
                <a:cs typeface="Calibri Light"/>
              </a:rPr>
              <a:t>The secure flag</a:t>
            </a:r>
            <a:endParaRPr lang="en-US" dirty="0"/>
          </a:p>
        </p:txBody>
      </p:sp>
      <p:sp>
        <p:nvSpPr>
          <p:cNvPr id="3" name="Content Placeholder 2">
            <a:extLst>
              <a:ext uri="{FF2B5EF4-FFF2-40B4-BE49-F238E27FC236}">
                <a16:creationId xmlns:a16="http://schemas.microsoft.com/office/drawing/2014/main" id="{4DA7FD2B-A7AC-D97B-56CD-CB0E4B2772E0}"/>
              </a:ext>
            </a:extLst>
          </p:cNvPr>
          <p:cNvSpPr>
            <a:spLocks noGrp="1"/>
          </p:cNvSpPr>
          <p:nvPr>
            <p:ph idx="1"/>
          </p:nvPr>
        </p:nvSpPr>
        <p:spPr/>
        <p:txBody>
          <a:bodyPr vert="horz" lIns="91440" tIns="45720" rIns="91440" bIns="45720" rtlCol="0" anchor="t">
            <a:normAutofit/>
          </a:bodyPr>
          <a:lstStyle/>
          <a:p>
            <a:r>
              <a:rPr lang="en-US" dirty="0">
                <a:ea typeface="+mn-lt"/>
                <a:cs typeface="+mn-lt"/>
              </a:rPr>
              <a:t>The secure flag ensures that your cookie will only be sent over encrypted (HTTPS) channels. </a:t>
            </a:r>
          </a:p>
          <a:p>
            <a:r>
              <a:rPr lang="en-US" dirty="0">
                <a:ea typeface="+mn-lt"/>
                <a:cs typeface="+mn-lt"/>
              </a:rPr>
              <a:t>If an attacker attempts to downgrade your session to HTTP, your web application will refuse to send the cookie. </a:t>
            </a:r>
            <a:endParaRPr lang="en-US">
              <a:ea typeface="+mn-lt"/>
              <a:cs typeface="+mn-lt"/>
            </a:endParaRPr>
          </a:p>
          <a:p>
            <a:r>
              <a:rPr lang="en-US">
                <a:ea typeface="+mn-lt"/>
                <a:cs typeface="+mn-lt"/>
              </a:rPr>
              <a:t>You should always turn this </a:t>
            </a:r>
            <a:r>
              <a:rPr lang="en-US" dirty="0">
                <a:ea typeface="+mn-lt"/>
                <a:cs typeface="+mn-lt"/>
              </a:rPr>
              <a:t>setting on: </a:t>
            </a:r>
            <a:endParaRPr lang="en-US">
              <a:ea typeface="+mn-lt"/>
              <a:cs typeface="+mn-lt"/>
            </a:endParaRPr>
          </a:p>
          <a:p>
            <a:r>
              <a:rPr lang="en-US" dirty="0">
                <a:latin typeface="Baskerville Old Face"/>
                <a:ea typeface="+mn-lt"/>
                <a:cs typeface="+mn-lt"/>
              </a:rPr>
              <a:t>Set-Cookie: Secure; (plus all of your other settings) </a:t>
            </a:r>
            <a:endParaRPr lang="en-US">
              <a:latin typeface="Baskerville Old Face"/>
              <a:cs typeface="Calibri"/>
            </a:endParaRPr>
          </a:p>
        </p:txBody>
      </p:sp>
    </p:spTree>
    <p:extLst>
      <p:ext uri="{BB962C8B-B14F-4D97-AF65-F5344CB8AC3E}">
        <p14:creationId xmlns:p14="http://schemas.microsoft.com/office/powerpoint/2010/main" val="29725725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64CD5-54D6-851A-D32B-9AA421E0B79A}"/>
              </a:ext>
            </a:extLst>
          </p:cNvPr>
          <p:cNvSpPr>
            <a:spLocks noGrp="1"/>
          </p:cNvSpPr>
          <p:nvPr>
            <p:ph type="title"/>
          </p:nvPr>
        </p:nvSpPr>
        <p:spPr/>
        <p:txBody>
          <a:bodyPr/>
          <a:lstStyle/>
          <a:p>
            <a:r>
              <a:rPr lang="en-US" dirty="0">
                <a:ea typeface="+mj-lt"/>
                <a:cs typeface="+mj-lt"/>
              </a:rPr>
              <a:t>The </a:t>
            </a:r>
            <a:r>
              <a:rPr lang="en-US" dirty="0" err="1">
                <a:ea typeface="+mj-lt"/>
                <a:cs typeface="+mj-lt"/>
              </a:rPr>
              <a:t>HttpOnly</a:t>
            </a:r>
            <a:r>
              <a:rPr lang="en-US" dirty="0">
                <a:ea typeface="+mj-lt"/>
                <a:cs typeface="+mj-lt"/>
              </a:rPr>
              <a:t> Flag</a:t>
            </a:r>
            <a:endParaRPr lang="en-US" dirty="0"/>
          </a:p>
        </p:txBody>
      </p:sp>
      <p:sp>
        <p:nvSpPr>
          <p:cNvPr id="3" name="Content Placeholder 2">
            <a:extLst>
              <a:ext uri="{FF2B5EF4-FFF2-40B4-BE49-F238E27FC236}">
                <a16:creationId xmlns:a16="http://schemas.microsoft.com/office/drawing/2014/main" id="{86B1005F-A0E4-6C4F-7896-487637089527}"/>
              </a:ext>
            </a:extLst>
          </p:cNvPr>
          <p:cNvSpPr>
            <a:spLocks noGrp="1"/>
          </p:cNvSpPr>
          <p:nvPr>
            <p:ph idx="1"/>
          </p:nvPr>
        </p:nvSpPr>
        <p:spPr/>
        <p:txBody>
          <a:bodyPr vert="horz" lIns="91440" tIns="45720" rIns="91440" bIns="45720" rtlCol="0" anchor="t">
            <a:normAutofit/>
          </a:bodyPr>
          <a:lstStyle/>
          <a:p>
            <a:r>
              <a:rPr lang="en-US" dirty="0">
                <a:ea typeface="+mn-lt"/>
                <a:cs typeface="+mn-lt"/>
              </a:rPr>
              <a:t>When this flag is set on a cookie it means that the cookie cannot be accessed via JavaScript; it can only be changed on the server side. </a:t>
            </a:r>
          </a:p>
          <a:p>
            <a:r>
              <a:rPr lang="en-US" dirty="0">
                <a:ea typeface="+mn-lt"/>
                <a:cs typeface="+mn-lt"/>
              </a:rPr>
              <a:t>The reason for using this setting on your cookie is to protect against XSS attacks attempting to access the values in your cookie.</a:t>
            </a:r>
          </a:p>
          <a:p>
            <a:r>
              <a:rPr lang="en-US" dirty="0">
                <a:ea typeface="+mn-lt"/>
                <a:cs typeface="+mn-lt"/>
              </a:rPr>
              <a:t>Set-Cookie: </a:t>
            </a:r>
            <a:r>
              <a:rPr lang="en-US" dirty="0" err="1">
                <a:ea typeface="+mn-lt"/>
                <a:cs typeface="+mn-lt"/>
              </a:rPr>
              <a:t>HttpOnly</a:t>
            </a:r>
            <a:r>
              <a:rPr lang="en-US" dirty="0">
                <a:ea typeface="+mn-lt"/>
                <a:cs typeface="+mn-lt"/>
              </a:rPr>
              <a:t>; (plus all of your other settings) </a:t>
            </a:r>
            <a:endParaRPr lang="en-US" dirty="0">
              <a:cs typeface="Calibri"/>
            </a:endParaRPr>
          </a:p>
        </p:txBody>
      </p:sp>
    </p:spTree>
    <p:extLst>
      <p:ext uri="{BB962C8B-B14F-4D97-AF65-F5344CB8AC3E}">
        <p14:creationId xmlns:p14="http://schemas.microsoft.com/office/powerpoint/2010/main" val="8073378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6F1E2-59A8-FD54-6BE8-553602271387}"/>
              </a:ext>
            </a:extLst>
          </p:cNvPr>
          <p:cNvSpPr>
            <a:spLocks noGrp="1"/>
          </p:cNvSpPr>
          <p:nvPr>
            <p:ph type="title"/>
          </p:nvPr>
        </p:nvSpPr>
        <p:spPr/>
        <p:txBody>
          <a:bodyPr/>
          <a:lstStyle/>
          <a:p>
            <a:r>
              <a:rPr lang="en-US" dirty="0">
                <a:ea typeface="+mj-lt"/>
                <a:cs typeface="+mj-lt"/>
              </a:rPr>
              <a:t>Persistence</a:t>
            </a:r>
            <a:br>
              <a:rPr lang="en-US" dirty="0">
                <a:ea typeface="+mj-lt"/>
                <a:cs typeface="+mj-lt"/>
              </a:rPr>
            </a:br>
            <a:endParaRPr lang="en-US"/>
          </a:p>
        </p:txBody>
      </p:sp>
      <p:sp>
        <p:nvSpPr>
          <p:cNvPr id="3" name="Content Placeholder 2">
            <a:extLst>
              <a:ext uri="{FF2B5EF4-FFF2-40B4-BE49-F238E27FC236}">
                <a16:creationId xmlns:a16="http://schemas.microsoft.com/office/drawing/2014/main" id="{05DBF126-5F98-1E8A-FDDA-BA79F1D858E6}"/>
              </a:ext>
            </a:extLst>
          </p:cNvPr>
          <p:cNvSpPr>
            <a:spLocks noGrp="1"/>
          </p:cNvSpPr>
          <p:nvPr>
            <p:ph idx="1"/>
          </p:nvPr>
        </p:nvSpPr>
        <p:spPr>
          <a:xfrm>
            <a:off x="838200" y="1106758"/>
            <a:ext cx="10515600" cy="5846582"/>
          </a:xfrm>
        </p:spPr>
        <p:txBody>
          <a:bodyPr vert="horz" lIns="91440" tIns="45720" rIns="91440" bIns="45720" rtlCol="0" anchor="t">
            <a:normAutofit lnSpcReduction="10000"/>
          </a:bodyPr>
          <a:lstStyle/>
          <a:p>
            <a:r>
              <a:rPr lang="en-US" dirty="0">
                <a:ea typeface="+mn-lt"/>
                <a:cs typeface="+mn-lt"/>
              </a:rPr>
              <a:t>If you are collecting sensitive user data or managing your session, your cookie should not be persistent; it should self‑destruct at the end of the session to protect that data. </a:t>
            </a:r>
          </a:p>
          <a:p>
            <a:r>
              <a:rPr lang="en-US" dirty="0">
                <a:ea typeface="+mn-lt"/>
                <a:cs typeface="+mn-lt"/>
              </a:rPr>
              <a:t>A cookie that self‑destructs at the end of your session is a called a “session cookie.” </a:t>
            </a:r>
            <a:endParaRPr lang="en-US">
              <a:ea typeface="+mn-lt"/>
              <a:cs typeface="+mn-lt"/>
            </a:endParaRPr>
          </a:p>
          <a:p>
            <a:r>
              <a:rPr lang="en-US" dirty="0">
                <a:ea typeface="+mn-lt"/>
                <a:cs typeface="+mn-lt"/>
              </a:rPr>
              <a:t>If the cookie does not self‑destruct at the end of the session, it is called a “persistent cookie” or a “tracking cookie.” </a:t>
            </a:r>
          </a:p>
          <a:p>
            <a:r>
              <a:rPr lang="en-US" dirty="0">
                <a:ea typeface="+mn-lt"/>
                <a:cs typeface="+mn-lt"/>
              </a:rPr>
              <a:t>For persistent cookies, you can set the expiry via the “expires” attribute setting, and/or set a specific maximum age that the cookie can reach via “max‑age” setting.</a:t>
            </a:r>
          </a:p>
          <a:p>
            <a:r>
              <a:rPr lang="en-US" dirty="0">
                <a:ea typeface="+mn-lt"/>
                <a:cs typeface="+mn-lt"/>
              </a:rPr>
              <a:t>Expires: Jan 1, 2021 Set-Cookie: </a:t>
            </a:r>
          </a:p>
          <a:p>
            <a:pPr lvl="1">
              <a:buFont typeface="Courier New" panose="020B0604020202020204" pitchFamily="34" charset="0"/>
              <a:buChar char="o"/>
            </a:pPr>
            <a:r>
              <a:rPr lang="en-US" dirty="0">
                <a:ea typeface="+mn-lt"/>
                <a:cs typeface="+mn-lt"/>
              </a:rPr>
              <a:t>Expires=Mon, 1st Jan 2021 00:00:00 GMT; </a:t>
            </a:r>
          </a:p>
          <a:p>
            <a:r>
              <a:rPr lang="en-US" dirty="0">
                <a:ea typeface="+mn-lt"/>
                <a:cs typeface="+mn-lt"/>
              </a:rPr>
              <a:t>Max-age of 1 hour Set-Cookie: </a:t>
            </a:r>
          </a:p>
          <a:p>
            <a:pPr lvl="1">
              <a:buFont typeface="Courier New" panose="020B0604020202020204" pitchFamily="34" charset="0"/>
              <a:buChar char="o"/>
            </a:pPr>
            <a:r>
              <a:rPr lang="en-US" dirty="0">
                <a:ea typeface="+mn-lt"/>
                <a:cs typeface="+mn-lt"/>
              </a:rPr>
              <a:t>Max-Age=3600; (plus all of your other settings)</a:t>
            </a:r>
            <a:endParaRPr lang="en-US">
              <a:cs typeface="Calibri"/>
            </a:endParaRPr>
          </a:p>
        </p:txBody>
      </p:sp>
    </p:spTree>
    <p:extLst>
      <p:ext uri="{BB962C8B-B14F-4D97-AF65-F5344CB8AC3E}">
        <p14:creationId xmlns:p14="http://schemas.microsoft.com/office/powerpoint/2010/main" val="7682547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AFC81-3F4D-1B70-28DC-12F554640B02}"/>
              </a:ext>
            </a:extLst>
          </p:cNvPr>
          <p:cNvSpPr>
            <a:spLocks noGrp="1"/>
          </p:cNvSpPr>
          <p:nvPr>
            <p:ph type="title"/>
          </p:nvPr>
        </p:nvSpPr>
        <p:spPr/>
        <p:txBody>
          <a:bodyPr/>
          <a:lstStyle/>
          <a:p>
            <a:r>
              <a:rPr lang="en-US" dirty="0">
                <a:ea typeface="+mj-lt"/>
                <a:cs typeface="+mj-lt"/>
              </a:rPr>
              <a:t>Domain</a:t>
            </a:r>
            <a:endParaRPr lang="en-US" dirty="0"/>
          </a:p>
        </p:txBody>
      </p:sp>
      <p:sp>
        <p:nvSpPr>
          <p:cNvPr id="3" name="Content Placeholder 2">
            <a:extLst>
              <a:ext uri="{FF2B5EF4-FFF2-40B4-BE49-F238E27FC236}">
                <a16:creationId xmlns:a16="http://schemas.microsoft.com/office/drawing/2014/main" id="{4660EF33-B055-079C-538E-801D08B2007A}"/>
              </a:ext>
            </a:extLst>
          </p:cNvPr>
          <p:cNvSpPr>
            <a:spLocks noGrp="1"/>
          </p:cNvSpPr>
          <p:nvPr>
            <p:ph idx="1"/>
          </p:nvPr>
        </p:nvSpPr>
        <p:spPr>
          <a:xfrm>
            <a:off x="838200" y="1451814"/>
            <a:ext cx="10515600" cy="5271488"/>
          </a:xfrm>
        </p:spPr>
        <p:txBody>
          <a:bodyPr vert="horz" lIns="91440" tIns="45720" rIns="91440" bIns="45720" rtlCol="0" anchor="t">
            <a:normAutofit fontScale="92500" lnSpcReduction="10000"/>
          </a:bodyPr>
          <a:lstStyle/>
          <a:p>
            <a:r>
              <a:rPr lang="en-US" dirty="0">
                <a:ea typeface="+mn-lt"/>
                <a:cs typeface="+mn-lt"/>
              </a:rPr>
              <a:t>If you want your cookie to be able to be accessed by domains outside of your own, you must explicitly list them as trusted domains using the “domain” attribute. </a:t>
            </a:r>
          </a:p>
          <a:p>
            <a:r>
              <a:rPr lang="en-US" dirty="0">
                <a:ea typeface="+mn-lt"/>
                <a:cs typeface="+mn-lt"/>
              </a:rPr>
              <a:t>Otherwise browsers will assume your cookies are “host‑only,” meaning only your domain can access them and it will block all other access. </a:t>
            </a:r>
          </a:p>
          <a:p>
            <a:r>
              <a:rPr lang="en-US" dirty="0">
                <a:ea typeface="+mn-lt"/>
                <a:cs typeface="+mn-lt"/>
              </a:rPr>
              <a:t>This type of built‑in protection is considered “secure by default”; if only all software settings worked this way! </a:t>
            </a:r>
            <a:endParaRPr lang="en-US">
              <a:ea typeface="+mn-lt"/>
              <a:cs typeface="+mn-lt"/>
            </a:endParaRPr>
          </a:p>
          <a:p>
            <a:r>
              <a:rPr lang="en-US" dirty="0">
                <a:ea typeface="+mn-lt"/>
                <a:cs typeface="+mn-lt"/>
              </a:rPr>
              <a:t>Set-Cookie: </a:t>
            </a:r>
            <a:endParaRPr lang="en-US">
              <a:ea typeface="+mn-lt"/>
              <a:cs typeface="+mn-lt"/>
            </a:endParaRPr>
          </a:p>
          <a:p>
            <a:r>
              <a:rPr lang="en-US" dirty="0">
                <a:ea typeface="+mn-lt"/>
                <a:cs typeface="+mn-lt"/>
              </a:rPr>
              <a:t>Domain=app.NOTwehackpurple.com;</a:t>
            </a:r>
          </a:p>
          <a:p>
            <a:r>
              <a:rPr lang="en-US" dirty="0">
                <a:solidFill>
                  <a:srgbClr val="000000"/>
                </a:solidFill>
                <a:ea typeface="+mn-lt"/>
                <a:cs typeface="+mn-lt"/>
              </a:rPr>
              <a:t>The "Domain" attribute in a Set-Cookie HTTP header does indeed control the scope of the cookie's visibility to other domains, but it doesn't necessarily restrict access only to the specified domain. Instead, it expands the cookie's accessibility to subdomains of the specified domain.</a:t>
            </a:r>
            <a:endParaRPr lang="en-US" dirty="0">
              <a:solidFill>
                <a:srgbClr val="000000"/>
              </a:solidFill>
              <a:cs typeface="Calibri"/>
            </a:endParaRPr>
          </a:p>
        </p:txBody>
      </p:sp>
    </p:spTree>
    <p:extLst>
      <p:ext uri="{BB962C8B-B14F-4D97-AF65-F5344CB8AC3E}">
        <p14:creationId xmlns:p14="http://schemas.microsoft.com/office/powerpoint/2010/main" val="38310100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4A8D1-8669-9B88-B13F-3D4A776E8950}"/>
              </a:ext>
            </a:extLst>
          </p:cNvPr>
          <p:cNvSpPr>
            <a:spLocks noGrp="1"/>
          </p:cNvSpPr>
          <p:nvPr>
            <p:ph type="title"/>
          </p:nvPr>
        </p:nvSpPr>
        <p:spPr/>
        <p:txBody>
          <a:bodyPr/>
          <a:lstStyle/>
          <a:p>
            <a:r>
              <a:rPr lang="en-US" dirty="0">
                <a:ea typeface="+mj-lt"/>
                <a:cs typeface="+mj-lt"/>
              </a:rPr>
              <a:t>Path</a:t>
            </a:r>
            <a:endParaRPr lang="en-US" dirty="0"/>
          </a:p>
        </p:txBody>
      </p:sp>
      <p:sp>
        <p:nvSpPr>
          <p:cNvPr id="3" name="Content Placeholder 2">
            <a:extLst>
              <a:ext uri="{FF2B5EF4-FFF2-40B4-BE49-F238E27FC236}">
                <a16:creationId xmlns:a16="http://schemas.microsoft.com/office/drawing/2014/main" id="{132554C6-EE36-75BB-5C57-96FFE28603A9}"/>
              </a:ext>
            </a:extLst>
          </p:cNvPr>
          <p:cNvSpPr>
            <a:spLocks noGrp="1"/>
          </p:cNvSpPr>
          <p:nvPr>
            <p:ph idx="1"/>
          </p:nvPr>
        </p:nvSpPr>
        <p:spPr/>
        <p:txBody>
          <a:bodyPr vert="horz" lIns="91440" tIns="45720" rIns="91440" bIns="45720" rtlCol="0" anchor="t">
            <a:normAutofit/>
          </a:bodyPr>
          <a:lstStyle/>
          <a:p>
            <a:r>
              <a:rPr lang="en-US" dirty="0">
                <a:solidFill>
                  <a:srgbClr val="000000"/>
                </a:solidFill>
                <a:ea typeface="+mn-lt"/>
                <a:cs typeface="+mn-lt"/>
              </a:rPr>
              <a:t>The "Path" attribute in a Set-Cookie HTTP header allows you to specify the URL path for which the cookie should be sent in future requests. </a:t>
            </a:r>
          </a:p>
          <a:p>
            <a:r>
              <a:rPr lang="en-US" dirty="0">
                <a:solidFill>
                  <a:srgbClr val="000000"/>
                </a:solidFill>
                <a:ea typeface="+mn-lt"/>
                <a:cs typeface="+mn-lt"/>
              </a:rPr>
              <a:t>It's a way to restrict the scope of the cookie to a specific directory or area within your website or web application.</a:t>
            </a:r>
          </a:p>
          <a:p>
            <a:r>
              <a:rPr lang="en-US" dirty="0">
                <a:solidFill>
                  <a:srgbClr val="000000"/>
                </a:solidFill>
                <a:ea typeface="+mn-lt"/>
                <a:cs typeface="+mn-lt"/>
              </a:rPr>
              <a:t>Set-Cookie: </a:t>
            </a:r>
          </a:p>
          <a:p>
            <a:r>
              <a:rPr lang="en-US" dirty="0">
                <a:solidFill>
                  <a:srgbClr val="000000"/>
                </a:solidFill>
                <a:ea typeface="+mn-lt"/>
                <a:cs typeface="+mn-lt"/>
              </a:rPr>
              <a:t>path=/</a:t>
            </a:r>
            <a:r>
              <a:rPr lang="en-US" dirty="0" err="1">
                <a:solidFill>
                  <a:srgbClr val="000000"/>
                </a:solidFill>
                <a:ea typeface="+mn-lt"/>
                <a:cs typeface="+mn-lt"/>
              </a:rPr>
              <a:t>YourApplicationsPath</a:t>
            </a:r>
            <a:r>
              <a:rPr lang="en-US" dirty="0">
                <a:solidFill>
                  <a:srgbClr val="000000"/>
                </a:solidFill>
                <a:ea typeface="+mn-lt"/>
                <a:cs typeface="+mn-lt"/>
              </a:rPr>
              <a:t>; (plus all of your other settings)</a:t>
            </a:r>
            <a:endParaRPr lang="en-US" dirty="0">
              <a:solidFill>
                <a:srgbClr val="000000"/>
              </a:solidFill>
              <a:cs typeface="Calibri"/>
            </a:endParaRPr>
          </a:p>
        </p:txBody>
      </p:sp>
    </p:spTree>
    <p:extLst>
      <p:ext uri="{BB962C8B-B14F-4D97-AF65-F5344CB8AC3E}">
        <p14:creationId xmlns:p14="http://schemas.microsoft.com/office/powerpoint/2010/main" val="27568545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3B60B-38E2-62DA-11C5-3C3FA4E4F509}"/>
              </a:ext>
            </a:extLst>
          </p:cNvPr>
          <p:cNvSpPr>
            <a:spLocks noGrp="1"/>
          </p:cNvSpPr>
          <p:nvPr>
            <p:ph type="title"/>
          </p:nvPr>
        </p:nvSpPr>
        <p:spPr/>
        <p:txBody>
          <a:bodyPr/>
          <a:lstStyle/>
          <a:p>
            <a:r>
              <a:rPr lang="en-US" dirty="0">
                <a:ea typeface="+mj-lt"/>
                <a:cs typeface="+mj-lt"/>
              </a:rPr>
              <a:t>Same-Site</a:t>
            </a:r>
            <a:endParaRPr lang="en-US" dirty="0"/>
          </a:p>
        </p:txBody>
      </p:sp>
      <p:sp>
        <p:nvSpPr>
          <p:cNvPr id="3" name="Content Placeholder 2">
            <a:extLst>
              <a:ext uri="{FF2B5EF4-FFF2-40B4-BE49-F238E27FC236}">
                <a16:creationId xmlns:a16="http://schemas.microsoft.com/office/drawing/2014/main" id="{CE4D5845-9B2F-2210-FBCB-81E92918EA72}"/>
              </a:ext>
            </a:extLst>
          </p:cNvPr>
          <p:cNvSpPr>
            <a:spLocks noGrp="1"/>
          </p:cNvSpPr>
          <p:nvPr>
            <p:ph idx="1"/>
          </p:nvPr>
        </p:nvSpPr>
        <p:spPr>
          <a:xfrm>
            <a:off x="838200" y="1552456"/>
            <a:ext cx="10515600" cy="5098959"/>
          </a:xfrm>
        </p:spPr>
        <p:txBody>
          <a:bodyPr vert="horz" lIns="91440" tIns="45720" rIns="91440" bIns="45720" rtlCol="0" anchor="t">
            <a:normAutofit/>
          </a:bodyPr>
          <a:lstStyle/>
          <a:p>
            <a:r>
              <a:rPr lang="en-US" dirty="0">
                <a:solidFill>
                  <a:srgbClr val="000000"/>
                </a:solidFill>
                <a:ea typeface="+mn-lt"/>
                <a:cs typeface="+mn-lt"/>
              </a:rPr>
              <a:t>The "</a:t>
            </a:r>
            <a:r>
              <a:rPr lang="en-US" err="1">
                <a:solidFill>
                  <a:srgbClr val="000000"/>
                </a:solidFill>
                <a:ea typeface="+mn-lt"/>
                <a:cs typeface="+mn-lt"/>
              </a:rPr>
              <a:t>SameSite</a:t>
            </a:r>
            <a:r>
              <a:rPr lang="en-US" dirty="0">
                <a:solidFill>
                  <a:srgbClr val="000000"/>
                </a:solidFill>
                <a:ea typeface="+mn-lt"/>
                <a:cs typeface="+mn-lt"/>
              </a:rPr>
              <a:t>" attribute in a Set-Cookie HTTP header is used to control whether cookies should be restricted to first-party or same-site contexts. </a:t>
            </a:r>
          </a:p>
          <a:p>
            <a:r>
              <a:rPr lang="en-US" dirty="0">
                <a:solidFill>
                  <a:srgbClr val="000000"/>
                </a:solidFill>
                <a:ea typeface="+mn-lt"/>
                <a:cs typeface="+mn-lt"/>
              </a:rPr>
              <a:t>This attribute helps mitigate certain types of cross-site request forgery (CSRF) and cross-site scripting (XSS) attacks by providing more control over how cookies are sent in cross-origin requests.</a:t>
            </a:r>
          </a:p>
          <a:p>
            <a:pPr lvl="1">
              <a:buFont typeface="Courier New" panose="020B0604020202020204" pitchFamily="34" charset="0"/>
              <a:buChar char="o"/>
            </a:pPr>
            <a:r>
              <a:rPr lang="en-US" dirty="0">
                <a:solidFill>
                  <a:srgbClr val="000000"/>
                </a:solidFill>
                <a:ea typeface="+mn-lt"/>
                <a:cs typeface="+mn-lt"/>
              </a:rPr>
              <a:t>If a cookie is set with "</a:t>
            </a:r>
            <a:r>
              <a:rPr lang="en-US" dirty="0" err="1">
                <a:solidFill>
                  <a:srgbClr val="000000"/>
                </a:solidFill>
                <a:ea typeface="+mn-lt"/>
                <a:cs typeface="+mn-lt"/>
              </a:rPr>
              <a:t>SameSite</a:t>
            </a:r>
            <a:r>
              <a:rPr lang="en-US" dirty="0">
                <a:solidFill>
                  <a:srgbClr val="000000"/>
                </a:solidFill>
                <a:ea typeface="+mn-lt"/>
                <a:cs typeface="+mn-lt"/>
              </a:rPr>
              <a:t>=Strict", it will only be sent in a first-party context. </a:t>
            </a:r>
            <a:endParaRPr lang="en-US" dirty="0">
              <a:solidFill>
                <a:srgbClr val="000000"/>
              </a:solidFill>
              <a:cs typeface="Calibri"/>
            </a:endParaRPr>
          </a:p>
          <a:p>
            <a:pPr lvl="1">
              <a:buFont typeface="Courier New" panose="020B0604020202020204" pitchFamily="34" charset="0"/>
              <a:buChar char="o"/>
            </a:pPr>
            <a:r>
              <a:rPr lang="en-US" dirty="0">
                <a:solidFill>
                  <a:srgbClr val="000000"/>
                </a:solidFill>
                <a:ea typeface="+mn-lt"/>
                <a:cs typeface="+mn-lt"/>
              </a:rPr>
              <a:t>If a cookie is set with "</a:t>
            </a:r>
            <a:r>
              <a:rPr lang="en-US" dirty="0" err="1">
                <a:solidFill>
                  <a:srgbClr val="000000"/>
                </a:solidFill>
                <a:ea typeface="+mn-lt"/>
                <a:cs typeface="+mn-lt"/>
              </a:rPr>
              <a:t>SameSite</a:t>
            </a:r>
            <a:r>
              <a:rPr lang="en-US" dirty="0">
                <a:solidFill>
                  <a:srgbClr val="000000"/>
                </a:solidFill>
                <a:ea typeface="+mn-lt"/>
                <a:cs typeface="+mn-lt"/>
              </a:rPr>
              <a:t>=Lax", it will be sent along with cross-origin GET requests, such as when navigating to a link from an external site, but not with cross-origin POST requests, which are typically used for actions like form submissions.</a:t>
            </a:r>
            <a:endParaRPr lang="en-US" dirty="0">
              <a:solidFill>
                <a:srgbClr val="000000"/>
              </a:solidFill>
              <a:cs typeface="Calibri"/>
            </a:endParaRPr>
          </a:p>
          <a:p>
            <a:endParaRPr lang="en-US" dirty="0">
              <a:solidFill>
                <a:srgbClr val="000000"/>
              </a:solidFill>
              <a:cs typeface="Calibri"/>
            </a:endParaRPr>
          </a:p>
          <a:p>
            <a:endParaRPr lang="en-US" dirty="0">
              <a:solidFill>
                <a:srgbClr val="000000"/>
              </a:solidFill>
              <a:cs typeface="Calibri"/>
            </a:endParaRPr>
          </a:p>
        </p:txBody>
      </p:sp>
    </p:spTree>
    <p:extLst>
      <p:ext uri="{BB962C8B-B14F-4D97-AF65-F5344CB8AC3E}">
        <p14:creationId xmlns:p14="http://schemas.microsoft.com/office/powerpoint/2010/main" val="1025296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CE439A-BA3F-53A2-CB43-254EB592E7A1}"/>
              </a:ext>
            </a:extLst>
          </p:cNvPr>
          <p:cNvSpPr>
            <a:spLocks noGrp="1"/>
          </p:cNvSpPr>
          <p:nvPr>
            <p:ph idx="1"/>
          </p:nvPr>
        </p:nvSpPr>
        <p:spPr>
          <a:xfrm>
            <a:off x="838200" y="1121134"/>
            <a:ext cx="10515600" cy="5530281"/>
          </a:xfrm>
        </p:spPr>
        <p:txBody>
          <a:bodyPr vert="horz" lIns="91440" tIns="45720" rIns="91440" bIns="45720" rtlCol="0" anchor="t">
            <a:normAutofit fontScale="92500" lnSpcReduction="20000"/>
          </a:bodyPr>
          <a:lstStyle/>
          <a:p>
            <a:r>
              <a:rPr lang="en-US" dirty="0">
                <a:ea typeface="+mn-lt"/>
                <a:cs typeface="+mn-lt"/>
              </a:rPr>
              <a:t> Most websites now have a privacy policy stating that websites must state which data they are collecting and how they are using it. </a:t>
            </a:r>
          </a:p>
          <a:p>
            <a:r>
              <a:rPr lang="en-US" dirty="0">
                <a:ea typeface="+mn-lt"/>
                <a:cs typeface="+mn-lt"/>
              </a:rPr>
              <a:t>If your workplace has such a policy, ensure you follow it. </a:t>
            </a:r>
            <a:endParaRPr lang="en-US">
              <a:ea typeface="+mn-lt"/>
              <a:cs typeface="+mn-lt"/>
            </a:endParaRPr>
          </a:p>
          <a:p>
            <a:r>
              <a:rPr lang="en-US" dirty="0">
                <a:ea typeface="+mn-lt"/>
                <a:cs typeface="+mn-lt"/>
              </a:rPr>
              <a:t>If your workplace doesn’t, perhaps you need one. </a:t>
            </a:r>
          </a:p>
          <a:p>
            <a:r>
              <a:rPr lang="en-US" dirty="0">
                <a:ea typeface="+mn-lt"/>
                <a:cs typeface="+mn-lt"/>
              </a:rPr>
              <a:t>Information We Collect:</a:t>
            </a:r>
          </a:p>
          <a:p>
            <a:pPr lvl="1">
              <a:buFont typeface="Courier New" panose="020B0604020202020204" pitchFamily="34" charset="0"/>
              <a:buChar char="o"/>
            </a:pPr>
            <a:r>
              <a:rPr lang="en-US" sz="2800" dirty="0">
                <a:ea typeface="+mn-lt"/>
                <a:cs typeface="+mn-lt"/>
              </a:rPr>
              <a:t>Personal Information: </a:t>
            </a:r>
            <a:endParaRPr lang="en-US" sz="2800">
              <a:ea typeface="+mn-lt"/>
              <a:cs typeface="+mn-lt"/>
            </a:endParaRPr>
          </a:p>
          <a:p>
            <a:pPr lvl="1">
              <a:buFont typeface="Courier New" panose="020B0604020202020204" pitchFamily="34" charset="0"/>
              <a:buChar char="o"/>
            </a:pPr>
            <a:r>
              <a:rPr lang="en-US" sz="2800">
                <a:ea typeface="+mn-lt"/>
                <a:cs typeface="+mn-lt"/>
              </a:rPr>
              <a:t>Usage Information:</a:t>
            </a:r>
          </a:p>
          <a:p>
            <a:pPr lvl="1">
              <a:buFont typeface="Courier New" panose="020B0604020202020204" pitchFamily="34" charset="0"/>
              <a:buChar char="o"/>
            </a:pPr>
            <a:r>
              <a:rPr lang="en-US" sz="2800" dirty="0">
                <a:ea typeface="+mn-lt"/>
                <a:cs typeface="+mn-lt"/>
              </a:rPr>
              <a:t>Cookies and Similar Technologies: </a:t>
            </a:r>
            <a:endParaRPr lang="en-US" sz="2800">
              <a:ea typeface="+mn-lt"/>
              <a:cs typeface="+mn-lt"/>
            </a:endParaRPr>
          </a:p>
          <a:p>
            <a:r>
              <a:rPr lang="en-US" dirty="0">
                <a:ea typeface="+mn-lt"/>
                <a:cs typeface="+mn-lt"/>
              </a:rPr>
              <a:t>How We Use Your Information:</a:t>
            </a:r>
          </a:p>
          <a:p>
            <a:pPr lvl="1">
              <a:buFont typeface="Courier New" panose="020B0604020202020204" pitchFamily="34" charset="0"/>
              <a:buChar char="o"/>
            </a:pPr>
            <a:r>
              <a:rPr lang="en-US" sz="2800" dirty="0">
                <a:ea typeface="+mn-lt"/>
                <a:cs typeface="+mn-lt"/>
              </a:rPr>
              <a:t>To Provide Services: </a:t>
            </a:r>
            <a:endParaRPr lang="en-US" sz="2800">
              <a:ea typeface="+mn-lt"/>
              <a:cs typeface="+mn-lt"/>
            </a:endParaRPr>
          </a:p>
          <a:p>
            <a:pPr lvl="1">
              <a:buFont typeface="Courier New" panose="020B0604020202020204" pitchFamily="34" charset="0"/>
              <a:buChar char="o"/>
            </a:pPr>
            <a:r>
              <a:rPr lang="en-US" sz="2800">
                <a:ea typeface="+mn-lt"/>
                <a:cs typeface="+mn-lt"/>
              </a:rPr>
              <a:t>Marketing and Communications</a:t>
            </a:r>
          </a:p>
          <a:p>
            <a:pPr lvl="1">
              <a:buFont typeface="Courier New" panose="020B0604020202020204" pitchFamily="34" charset="0"/>
              <a:buChar char="o"/>
            </a:pPr>
            <a:r>
              <a:rPr lang="en-US" sz="2800" dirty="0">
                <a:ea typeface="+mn-lt"/>
                <a:cs typeface="+mn-lt"/>
              </a:rPr>
              <a:t>Analytics:</a:t>
            </a:r>
            <a:endParaRPr lang="en-US" sz="2800">
              <a:ea typeface="+mn-lt"/>
              <a:cs typeface="+mn-lt"/>
            </a:endParaRPr>
          </a:p>
          <a:p>
            <a:r>
              <a:rPr lang="en-US" dirty="0">
                <a:ea typeface="+mn-lt"/>
                <a:cs typeface="+mn-lt"/>
              </a:rPr>
              <a:t>Information Sharing:</a:t>
            </a:r>
          </a:p>
          <a:p>
            <a:pPr lvl="1">
              <a:buFont typeface="Courier New" panose="020B0604020202020204" pitchFamily="34" charset="0"/>
              <a:buChar char="o"/>
            </a:pPr>
            <a:r>
              <a:rPr lang="en-US" sz="2800" dirty="0">
                <a:ea typeface="+mn-lt"/>
                <a:cs typeface="+mn-lt"/>
              </a:rPr>
              <a:t>Third-Party Service Providers: </a:t>
            </a:r>
            <a:endParaRPr lang="en-US" sz="2800">
              <a:ea typeface="+mn-lt"/>
              <a:cs typeface="+mn-lt"/>
            </a:endParaRPr>
          </a:p>
          <a:p>
            <a:pPr lvl="1">
              <a:buFont typeface="Courier New" panose="020B0604020202020204" pitchFamily="34" charset="0"/>
              <a:buChar char="o"/>
            </a:pPr>
            <a:r>
              <a:rPr lang="en-US" sz="2800" dirty="0">
                <a:ea typeface="+mn-lt"/>
                <a:cs typeface="+mn-lt"/>
              </a:rPr>
              <a:t>Legal Compliance: </a:t>
            </a:r>
            <a:endParaRPr lang="en-US" sz="2800">
              <a:ea typeface="+mn-lt"/>
              <a:cs typeface="+mn-lt"/>
            </a:endParaRPr>
          </a:p>
        </p:txBody>
      </p:sp>
      <p:sp>
        <p:nvSpPr>
          <p:cNvPr id="5" name="Title 4">
            <a:extLst>
              <a:ext uri="{FF2B5EF4-FFF2-40B4-BE49-F238E27FC236}">
                <a16:creationId xmlns:a16="http://schemas.microsoft.com/office/drawing/2014/main" id="{4ACD76FB-9E3F-F800-4A1F-9558F4AC0E1C}"/>
              </a:ext>
            </a:extLst>
          </p:cNvPr>
          <p:cNvSpPr>
            <a:spLocks noGrp="1"/>
          </p:cNvSpPr>
          <p:nvPr>
            <p:ph type="title"/>
          </p:nvPr>
        </p:nvSpPr>
        <p:spPr>
          <a:xfrm>
            <a:off x="838200" y="-80573"/>
            <a:ext cx="10515600" cy="1325563"/>
          </a:xfrm>
        </p:spPr>
        <p:txBody>
          <a:bodyPr/>
          <a:lstStyle/>
          <a:p>
            <a:r>
              <a:rPr lang="en-US" sz="2800" dirty="0">
                <a:latin typeface="Calibri"/>
                <a:cs typeface="Calibri"/>
              </a:rPr>
              <a:t>Data Privacy</a:t>
            </a:r>
            <a:endParaRPr lang="en-US" dirty="0"/>
          </a:p>
        </p:txBody>
      </p:sp>
    </p:spTree>
    <p:extLst>
      <p:ext uri="{BB962C8B-B14F-4D97-AF65-F5344CB8AC3E}">
        <p14:creationId xmlns:p14="http://schemas.microsoft.com/office/powerpoint/2010/main" val="29993194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1C5A1-0B35-6B76-81E6-6FFED30D2FAB}"/>
              </a:ext>
            </a:extLst>
          </p:cNvPr>
          <p:cNvSpPr>
            <a:spLocks noGrp="1"/>
          </p:cNvSpPr>
          <p:nvPr>
            <p:ph type="title"/>
          </p:nvPr>
        </p:nvSpPr>
        <p:spPr/>
        <p:txBody>
          <a:bodyPr/>
          <a:lstStyle/>
          <a:p>
            <a:r>
              <a:rPr lang="en-US" dirty="0">
                <a:ea typeface="+mj-lt"/>
                <a:cs typeface="+mj-lt"/>
              </a:rPr>
              <a:t>Data Classification</a:t>
            </a:r>
            <a:endParaRPr lang="en-US" dirty="0"/>
          </a:p>
        </p:txBody>
      </p:sp>
      <p:sp>
        <p:nvSpPr>
          <p:cNvPr id="3" name="Content Placeholder 2">
            <a:extLst>
              <a:ext uri="{FF2B5EF4-FFF2-40B4-BE49-F238E27FC236}">
                <a16:creationId xmlns:a16="http://schemas.microsoft.com/office/drawing/2014/main" id="{B39ACCC1-1592-3F7F-A777-121ADA2D2C3E}"/>
              </a:ext>
            </a:extLst>
          </p:cNvPr>
          <p:cNvSpPr>
            <a:spLocks noGrp="1"/>
          </p:cNvSpPr>
          <p:nvPr>
            <p:ph idx="1"/>
          </p:nvPr>
        </p:nvSpPr>
        <p:spPr/>
        <p:txBody>
          <a:bodyPr vert="horz" lIns="91440" tIns="45720" rIns="91440" bIns="45720" rtlCol="0" anchor="t">
            <a:normAutofit/>
          </a:bodyPr>
          <a:lstStyle/>
          <a:p>
            <a:r>
              <a:rPr lang="en-US" dirty="0">
                <a:ea typeface="+mn-lt"/>
                <a:cs typeface="+mn-lt"/>
              </a:rPr>
              <a:t>All data collected, used, or created by your application must be classified and labeled to ensure that anyone doing work on your project knows how to handle the data. </a:t>
            </a:r>
          </a:p>
          <a:p>
            <a:r>
              <a:rPr lang="en-US" dirty="0">
                <a:ea typeface="+mn-lt"/>
                <a:cs typeface="+mn-lt"/>
              </a:rPr>
              <a:t>Depending upon which country you live in and where you work (private company or governmental agency), the classification system you use may be different. Ask your privacy or security team if you need guidance.</a:t>
            </a:r>
            <a:endParaRPr lang="en-US" dirty="0">
              <a:cs typeface="Calibri"/>
            </a:endParaRPr>
          </a:p>
        </p:txBody>
      </p:sp>
    </p:spTree>
    <p:extLst>
      <p:ext uri="{BB962C8B-B14F-4D97-AF65-F5344CB8AC3E}">
        <p14:creationId xmlns:p14="http://schemas.microsoft.com/office/powerpoint/2010/main" val="21458310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C965D-48E9-6A28-17A5-A0765C0564E9}"/>
              </a:ext>
            </a:extLst>
          </p:cNvPr>
          <p:cNvSpPr>
            <a:spLocks noGrp="1"/>
          </p:cNvSpPr>
          <p:nvPr>
            <p:ph type="title"/>
          </p:nvPr>
        </p:nvSpPr>
        <p:spPr/>
        <p:txBody>
          <a:bodyPr/>
          <a:lstStyle/>
          <a:p>
            <a:endParaRPr lang="en-US"/>
          </a:p>
        </p:txBody>
      </p:sp>
      <p:pic>
        <p:nvPicPr>
          <p:cNvPr id="4" name="Content Placeholder 3" descr="Data Classification: How to Classify Your Company's Data and Be Better  Prepared for a Data-driven Future">
            <a:extLst>
              <a:ext uri="{FF2B5EF4-FFF2-40B4-BE49-F238E27FC236}">
                <a16:creationId xmlns:a16="http://schemas.microsoft.com/office/drawing/2014/main" id="{4013C218-B64F-9701-995A-B019F4883235}"/>
              </a:ext>
            </a:extLst>
          </p:cNvPr>
          <p:cNvPicPr>
            <a:picLocks noGrp="1" noChangeAspect="1"/>
          </p:cNvPicPr>
          <p:nvPr>
            <p:ph idx="1"/>
          </p:nvPr>
        </p:nvPicPr>
        <p:blipFill>
          <a:blip r:embed="rId2"/>
          <a:stretch>
            <a:fillRect/>
          </a:stretch>
        </p:blipFill>
        <p:spPr>
          <a:xfrm>
            <a:off x="191986" y="1709571"/>
            <a:ext cx="11520480" cy="3792692"/>
          </a:xfrm>
        </p:spPr>
      </p:pic>
    </p:spTree>
    <p:extLst>
      <p:ext uri="{BB962C8B-B14F-4D97-AF65-F5344CB8AC3E}">
        <p14:creationId xmlns:p14="http://schemas.microsoft.com/office/powerpoint/2010/main" val="13798440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3FF3D-9B0F-6EB3-11A8-D7CDE3348851}"/>
              </a:ext>
            </a:extLst>
          </p:cNvPr>
          <p:cNvSpPr>
            <a:spLocks noGrp="1"/>
          </p:cNvSpPr>
          <p:nvPr>
            <p:ph type="ctrTitle"/>
          </p:nvPr>
        </p:nvSpPr>
        <p:spPr/>
        <p:txBody>
          <a:bodyPr/>
          <a:lstStyle/>
          <a:p>
            <a:r>
              <a:rPr lang="en-US" dirty="0">
                <a:ea typeface="+mj-lt"/>
                <a:cs typeface="+mj-lt"/>
              </a:rPr>
              <a:t>Passwords, Storage, and Other Important Decisions</a:t>
            </a:r>
          </a:p>
        </p:txBody>
      </p:sp>
      <p:sp>
        <p:nvSpPr>
          <p:cNvPr id="3" name="Content Placeholder 2">
            <a:extLst>
              <a:ext uri="{FF2B5EF4-FFF2-40B4-BE49-F238E27FC236}">
                <a16:creationId xmlns:a16="http://schemas.microsoft.com/office/drawing/2014/main" id="{30F99E81-ED68-C142-1424-B581BFD4C7CE}"/>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0393485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C393E-2F3F-3B24-59C4-5D052FF1A528}"/>
              </a:ext>
            </a:extLst>
          </p:cNvPr>
          <p:cNvSpPr>
            <a:spLocks noGrp="1"/>
          </p:cNvSpPr>
          <p:nvPr>
            <p:ph type="title"/>
          </p:nvPr>
        </p:nvSpPr>
        <p:spPr/>
        <p:txBody>
          <a:bodyPr/>
          <a:lstStyle/>
          <a:p>
            <a:r>
              <a:rPr lang="en-US" dirty="0">
                <a:cs typeface="Calibri Light"/>
              </a:rPr>
              <a:t>How to manage your passwords? (</a:t>
            </a:r>
            <a:r>
              <a:rPr lang="en-US" dirty="0">
                <a:ea typeface="+mj-lt"/>
                <a:cs typeface="+mj-lt"/>
              </a:rPr>
              <a:t>password manager)</a:t>
            </a:r>
            <a:endParaRPr lang="en-US" dirty="0"/>
          </a:p>
        </p:txBody>
      </p:sp>
      <p:sp>
        <p:nvSpPr>
          <p:cNvPr id="3" name="Content Placeholder 2">
            <a:extLst>
              <a:ext uri="{FF2B5EF4-FFF2-40B4-BE49-F238E27FC236}">
                <a16:creationId xmlns:a16="http://schemas.microsoft.com/office/drawing/2014/main" id="{1B6384BD-C123-D43D-B20B-F26A0224AFE8}"/>
              </a:ext>
            </a:extLst>
          </p:cNvPr>
          <p:cNvSpPr>
            <a:spLocks noGrp="1"/>
          </p:cNvSpPr>
          <p:nvPr>
            <p:ph idx="1"/>
          </p:nvPr>
        </p:nvSpPr>
        <p:spPr>
          <a:xfrm>
            <a:off x="838200" y="1825625"/>
            <a:ext cx="10515600" cy="4883300"/>
          </a:xfrm>
        </p:spPr>
        <p:txBody>
          <a:bodyPr vert="horz" lIns="91440" tIns="45720" rIns="91440" bIns="45720" rtlCol="0" anchor="t">
            <a:normAutofit fontScale="92500" lnSpcReduction="10000"/>
          </a:bodyPr>
          <a:lstStyle/>
          <a:p>
            <a:r>
              <a:rPr lang="en-US" dirty="0">
                <a:ea typeface="+mn-lt"/>
                <a:cs typeface="+mn-lt"/>
              </a:rPr>
              <a:t>A password manager is software that securely stores users’ passwords and helps them create unique, long, and complex passwords. </a:t>
            </a:r>
          </a:p>
          <a:p>
            <a:r>
              <a:rPr lang="en-US" dirty="0">
                <a:ea typeface="+mn-lt"/>
                <a:cs typeface="+mn-lt"/>
              </a:rPr>
              <a:t>People use password managers so they don’t need to remember several passwords; they just need the single password that they use to get into the manager </a:t>
            </a:r>
          </a:p>
          <a:p>
            <a:r>
              <a:rPr lang="en-US" dirty="0">
                <a:ea typeface="+mn-lt"/>
                <a:cs typeface="+mn-lt"/>
              </a:rPr>
              <a:t>Most password managers have plugins for your browsers so that once you sign into the password manager you just press a button to log in to any site you are visiting.</a:t>
            </a:r>
          </a:p>
          <a:p>
            <a:r>
              <a:rPr lang="en-US" dirty="0">
                <a:ea typeface="+mn-lt"/>
                <a:cs typeface="+mn-lt"/>
              </a:rPr>
              <a:t>Password managers also usually have an area to take secure notes</a:t>
            </a:r>
          </a:p>
          <a:p>
            <a:r>
              <a:rPr lang="en-US" dirty="0">
                <a:ea typeface="+mn-lt"/>
                <a:cs typeface="+mn-lt"/>
              </a:rPr>
              <a:t>if one of the websites you use has a data breach and their users’ usernames and passwords (known as “credentials”) are leaked onto the internet or fall into the hands of malicious actors, it will only affect one single account, not all of your accounts.</a:t>
            </a:r>
            <a:endParaRPr lang="en-US" dirty="0">
              <a:cs typeface="Calibri"/>
            </a:endParaRPr>
          </a:p>
        </p:txBody>
      </p:sp>
    </p:spTree>
    <p:extLst>
      <p:ext uri="{BB962C8B-B14F-4D97-AF65-F5344CB8AC3E}">
        <p14:creationId xmlns:p14="http://schemas.microsoft.com/office/powerpoint/2010/main" val="28989372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F01E5-8453-141E-DEBC-3C85659975F3}"/>
              </a:ext>
            </a:extLst>
          </p:cNvPr>
          <p:cNvSpPr>
            <a:spLocks noGrp="1"/>
          </p:cNvSpPr>
          <p:nvPr>
            <p:ph type="title"/>
          </p:nvPr>
        </p:nvSpPr>
        <p:spPr/>
        <p:txBody>
          <a:bodyPr/>
          <a:lstStyle/>
          <a:p>
            <a:r>
              <a:rPr lang="en-US" dirty="0">
                <a:ea typeface="+mj-lt"/>
                <a:cs typeface="+mj-lt"/>
              </a:rPr>
              <a:t>Secret stores</a:t>
            </a:r>
            <a:endParaRPr lang="en-US" dirty="0"/>
          </a:p>
        </p:txBody>
      </p:sp>
      <p:sp>
        <p:nvSpPr>
          <p:cNvPr id="3" name="Content Placeholder 2">
            <a:extLst>
              <a:ext uri="{FF2B5EF4-FFF2-40B4-BE49-F238E27FC236}">
                <a16:creationId xmlns:a16="http://schemas.microsoft.com/office/drawing/2014/main" id="{F0456550-7480-915B-45E6-9287D62123CE}"/>
              </a:ext>
            </a:extLst>
          </p:cNvPr>
          <p:cNvSpPr>
            <a:spLocks noGrp="1"/>
          </p:cNvSpPr>
          <p:nvPr>
            <p:ph idx="1"/>
          </p:nvPr>
        </p:nvSpPr>
        <p:spPr/>
        <p:txBody>
          <a:bodyPr vert="horz" lIns="91440" tIns="45720" rIns="91440" bIns="45720" rtlCol="0" anchor="t">
            <a:normAutofit/>
          </a:bodyPr>
          <a:lstStyle/>
          <a:p>
            <a:r>
              <a:rPr lang="en-US" dirty="0">
                <a:ea typeface="+mn-lt"/>
                <a:cs typeface="+mn-lt"/>
              </a:rPr>
              <a:t>They are built for computer systems to use, not people. </a:t>
            </a:r>
          </a:p>
          <a:p>
            <a:r>
              <a:rPr lang="en-US" dirty="0">
                <a:ea typeface="+mn-lt"/>
                <a:cs typeface="+mn-lt"/>
              </a:rPr>
              <a:t>A secret store is a software vault that encrypts your secrets, and then allows your application to access them programmatically</a:t>
            </a:r>
          </a:p>
          <a:p>
            <a:r>
              <a:rPr lang="en-US" dirty="0">
                <a:ea typeface="+mn-lt"/>
                <a:cs typeface="+mn-lt"/>
              </a:rPr>
              <a:t>You can store certificates, credentials (username and password), connection strings, hashes, and anything else that you consider a “secret” that your application will use.</a:t>
            </a:r>
            <a:endParaRPr lang="en-US" dirty="0">
              <a:cs typeface="Calibri" panose="020F0502020204030204"/>
            </a:endParaRPr>
          </a:p>
        </p:txBody>
      </p:sp>
    </p:spTree>
    <p:extLst>
      <p:ext uri="{BB962C8B-B14F-4D97-AF65-F5344CB8AC3E}">
        <p14:creationId xmlns:p14="http://schemas.microsoft.com/office/powerpoint/2010/main" val="41155657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6875C-B7EB-2235-54B7-1F21B79EE1DB}"/>
              </a:ext>
            </a:extLst>
          </p:cNvPr>
          <p:cNvSpPr>
            <a:spLocks noGrp="1"/>
          </p:cNvSpPr>
          <p:nvPr>
            <p:ph type="title"/>
          </p:nvPr>
        </p:nvSpPr>
        <p:spPr/>
        <p:txBody>
          <a:bodyPr/>
          <a:lstStyle/>
          <a:p>
            <a:r>
              <a:rPr lang="en-US" dirty="0">
                <a:ea typeface="+mj-lt"/>
                <a:cs typeface="+mj-lt"/>
              </a:rPr>
              <a:t>Service accounts</a:t>
            </a:r>
          </a:p>
        </p:txBody>
      </p:sp>
      <p:sp>
        <p:nvSpPr>
          <p:cNvPr id="3" name="Content Placeholder 2">
            <a:extLst>
              <a:ext uri="{FF2B5EF4-FFF2-40B4-BE49-F238E27FC236}">
                <a16:creationId xmlns:a16="http://schemas.microsoft.com/office/drawing/2014/main" id="{F0DAFF32-CC0E-0A14-BED0-04673869152F}"/>
              </a:ext>
            </a:extLst>
          </p:cNvPr>
          <p:cNvSpPr>
            <a:spLocks noGrp="1"/>
          </p:cNvSpPr>
          <p:nvPr>
            <p:ph idx="1"/>
          </p:nvPr>
        </p:nvSpPr>
        <p:spPr/>
        <p:txBody>
          <a:bodyPr vert="horz" lIns="91440" tIns="45720" rIns="91440" bIns="45720" rtlCol="0" anchor="t">
            <a:normAutofit/>
          </a:bodyPr>
          <a:lstStyle/>
          <a:p>
            <a:r>
              <a:rPr lang="en-US" dirty="0">
                <a:ea typeface="+mn-lt"/>
                <a:cs typeface="+mn-lt"/>
              </a:rPr>
              <a:t>When you create an application and it needs to access a database, you should create a service account for your application to connect to the database, rather than using your own account.</a:t>
            </a:r>
          </a:p>
          <a:p>
            <a:r>
              <a:rPr lang="en-US" dirty="0">
                <a:ea typeface="+mn-lt"/>
                <a:cs typeface="+mn-lt"/>
              </a:rPr>
              <a:t>your account likely has lots of permissions all over the place, and if someone got into your account they could take over all of the apps too</a:t>
            </a:r>
          </a:p>
          <a:p>
            <a:r>
              <a:rPr lang="en-US" dirty="0">
                <a:ea typeface="+mn-lt"/>
                <a:cs typeface="+mn-lt"/>
              </a:rPr>
              <a:t>You should always ensure you practice least privilege when creating and enabling service accounts.</a:t>
            </a:r>
            <a:endParaRPr lang="en-US" dirty="0">
              <a:cs typeface="Calibri"/>
            </a:endParaRPr>
          </a:p>
        </p:txBody>
      </p:sp>
    </p:spTree>
    <p:extLst>
      <p:ext uri="{BB962C8B-B14F-4D97-AF65-F5344CB8AC3E}">
        <p14:creationId xmlns:p14="http://schemas.microsoft.com/office/powerpoint/2010/main" val="4778078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53501-F9BF-ED71-6CCD-A6B05E8359C5}"/>
              </a:ext>
            </a:extLst>
          </p:cNvPr>
          <p:cNvSpPr>
            <a:spLocks noGrp="1"/>
          </p:cNvSpPr>
          <p:nvPr>
            <p:ph type="title"/>
          </p:nvPr>
        </p:nvSpPr>
        <p:spPr>
          <a:xfrm>
            <a:off x="895709" y="-109328"/>
            <a:ext cx="10515600" cy="1325563"/>
          </a:xfrm>
        </p:spPr>
        <p:txBody>
          <a:bodyPr/>
          <a:lstStyle/>
          <a:p>
            <a:r>
              <a:rPr lang="en-US" dirty="0">
                <a:cs typeface="Calibri Light"/>
              </a:rPr>
              <a:t>How to store password</a:t>
            </a:r>
            <a:endParaRPr lang="en-US" dirty="0"/>
          </a:p>
        </p:txBody>
      </p:sp>
      <p:sp>
        <p:nvSpPr>
          <p:cNvPr id="3" name="Content Placeholder 2">
            <a:extLst>
              <a:ext uri="{FF2B5EF4-FFF2-40B4-BE49-F238E27FC236}">
                <a16:creationId xmlns:a16="http://schemas.microsoft.com/office/drawing/2014/main" id="{22124C99-7BC2-4E4B-B911-FD1B877DC531}"/>
              </a:ext>
            </a:extLst>
          </p:cNvPr>
          <p:cNvSpPr>
            <a:spLocks noGrp="1"/>
          </p:cNvSpPr>
          <p:nvPr>
            <p:ph idx="1"/>
          </p:nvPr>
        </p:nvSpPr>
        <p:spPr>
          <a:xfrm>
            <a:off x="838200" y="1063626"/>
            <a:ext cx="10515600" cy="5630921"/>
          </a:xfrm>
        </p:spPr>
        <p:txBody>
          <a:bodyPr vert="horz" lIns="91440" tIns="45720" rIns="91440" bIns="45720" rtlCol="0" anchor="t">
            <a:normAutofit/>
          </a:bodyPr>
          <a:lstStyle/>
          <a:p>
            <a:r>
              <a:rPr lang="en-US" dirty="0">
                <a:ea typeface="+mn-lt"/>
                <a:cs typeface="+mn-lt"/>
              </a:rPr>
              <a:t>salted and hashed format</a:t>
            </a:r>
          </a:p>
          <a:p>
            <a:r>
              <a:rPr lang="en-US" dirty="0">
                <a:ea typeface="+mn-lt"/>
                <a:cs typeface="+mn-lt"/>
              </a:rPr>
              <a:t>Newer techniques for ensuring that passwords are extremely difficult to crack include “work factor” and “peppering.”</a:t>
            </a:r>
          </a:p>
          <a:p>
            <a:pPr lvl="1">
              <a:buFont typeface="Courier New" panose="020B0604020202020204" pitchFamily="34" charset="0"/>
              <a:buChar char="o"/>
            </a:pPr>
            <a:r>
              <a:rPr lang="en-US" dirty="0">
                <a:solidFill>
                  <a:srgbClr val="000000"/>
                </a:solidFill>
                <a:ea typeface="+mn-lt"/>
                <a:cs typeface="+mn-lt"/>
              </a:rPr>
              <a:t>The "work factor" refers to the number of iterations or the complexity of the algorithm, which can be adjusted to make the hashing process more time-consuming and resource-intensive. As computational power increases over time, increasing the work factor ensures that password hashes remain resistant to brute-force attacks.</a:t>
            </a:r>
          </a:p>
          <a:p>
            <a:pPr lvl="1">
              <a:buFont typeface="Courier New" panose="020B0604020202020204" pitchFamily="34" charset="0"/>
              <a:buChar char="o"/>
            </a:pPr>
            <a:r>
              <a:rPr lang="en-US" dirty="0">
                <a:solidFill>
                  <a:srgbClr val="000000"/>
                </a:solidFill>
                <a:ea typeface="+mn-lt"/>
                <a:cs typeface="+mn-lt"/>
              </a:rPr>
              <a:t>Peppering is similar to a salt in that it is added to a password before the password is hashed and it should be generated by a secure random number generator. A  pepper is a secret and should not be stored in the database like a salt, it should be quite long, and the pepper is unique for each application</a:t>
            </a:r>
            <a:endParaRPr lang="en-US" dirty="0">
              <a:cs typeface="Calibri"/>
            </a:endParaRPr>
          </a:p>
        </p:txBody>
      </p:sp>
    </p:spTree>
    <p:extLst>
      <p:ext uri="{BB962C8B-B14F-4D97-AF65-F5344CB8AC3E}">
        <p14:creationId xmlns:p14="http://schemas.microsoft.com/office/powerpoint/2010/main" val="17834933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F6452-94BF-3670-6412-2B04C3AB11D5}"/>
              </a:ext>
            </a:extLst>
          </p:cNvPr>
          <p:cNvSpPr>
            <a:spLocks noGrp="1"/>
          </p:cNvSpPr>
          <p:nvPr>
            <p:ph type="title"/>
          </p:nvPr>
        </p:nvSpPr>
        <p:spPr>
          <a:xfrm>
            <a:off x="780691" y="-66196"/>
            <a:ext cx="10515600" cy="1325563"/>
          </a:xfrm>
        </p:spPr>
        <p:txBody>
          <a:bodyPr/>
          <a:lstStyle/>
          <a:p>
            <a:r>
              <a:rPr lang="en-US" dirty="0">
                <a:cs typeface="Calibri Light"/>
              </a:rPr>
              <a:t>Some more </a:t>
            </a:r>
            <a:r>
              <a:rPr lang="en-US">
                <a:cs typeface="Calibri Light"/>
              </a:rPr>
              <a:t>precautions</a:t>
            </a:r>
            <a:endParaRPr lang="en-US" dirty="0" err="1"/>
          </a:p>
        </p:txBody>
      </p:sp>
      <p:sp>
        <p:nvSpPr>
          <p:cNvPr id="3" name="Content Placeholder 2">
            <a:extLst>
              <a:ext uri="{FF2B5EF4-FFF2-40B4-BE49-F238E27FC236}">
                <a16:creationId xmlns:a16="http://schemas.microsoft.com/office/drawing/2014/main" id="{69F3D99E-5689-B6A2-D41D-689A4D9B4146}"/>
              </a:ext>
            </a:extLst>
          </p:cNvPr>
          <p:cNvSpPr>
            <a:spLocks noGrp="1"/>
          </p:cNvSpPr>
          <p:nvPr>
            <p:ph idx="1"/>
          </p:nvPr>
        </p:nvSpPr>
        <p:spPr>
          <a:xfrm>
            <a:off x="838200" y="948607"/>
            <a:ext cx="10515600" cy="5904091"/>
          </a:xfrm>
        </p:spPr>
        <p:txBody>
          <a:bodyPr vert="horz" lIns="91440" tIns="45720" rIns="91440" bIns="45720" rtlCol="0" anchor="t">
            <a:normAutofit lnSpcReduction="10000"/>
          </a:bodyPr>
          <a:lstStyle/>
          <a:p>
            <a:r>
              <a:rPr lang="en-US">
                <a:ea typeface="+mn-lt"/>
                <a:cs typeface="+mn-lt"/>
              </a:rPr>
              <a:t>Ensure passwords for your application’s users are long</a:t>
            </a:r>
            <a:endParaRPr lang="en-US" dirty="0">
              <a:ea typeface="+mn-lt"/>
              <a:cs typeface="+mn-lt"/>
            </a:endParaRPr>
          </a:p>
          <a:p>
            <a:r>
              <a:rPr lang="en-US" dirty="0">
                <a:ea typeface="+mn-lt"/>
                <a:cs typeface="+mn-lt"/>
              </a:rPr>
              <a:t>The longer the better; encourage use of passphrases.</a:t>
            </a:r>
          </a:p>
          <a:p>
            <a:r>
              <a:rPr lang="en-US" dirty="0">
                <a:ea typeface="+mn-lt"/>
                <a:cs typeface="+mn-lt"/>
              </a:rPr>
              <a:t>Do not force users to change their passwords after a certain amount of time, unless a breach is suspected.</a:t>
            </a:r>
          </a:p>
          <a:p>
            <a:r>
              <a:rPr lang="en-US" dirty="0">
                <a:ea typeface="+mn-lt"/>
                <a:cs typeface="+mn-lt"/>
              </a:rPr>
              <a:t>Never verify if it was the username or password that was incorrect when alerting the user that they have failed when logging in.</a:t>
            </a:r>
          </a:p>
          <a:p>
            <a:r>
              <a:rPr lang="en-US" dirty="0">
                <a:ea typeface="+mn-lt"/>
                <a:cs typeface="+mn-lt"/>
              </a:rPr>
              <a:t>Forgotten password features should verify the user’s identity before sending a password reset link via email or SMS, either by using another form of authentication or security questions.</a:t>
            </a:r>
          </a:p>
          <a:p>
            <a:r>
              <a:rPr lang="en-US" dirty="0">
                <a:ea typeface="+mn-lt"/>
                <a:cs typeface="+mn-lt"/>
              </a:rPr>
              <a:t>Never allow the user to reset the password directly on your system; always send it using an “out of band” form of communication  as a second form of authentication. </a:t>
            </a:r>
          </a:p>
          <a:p>
            <a:r>
              <a:rPr lang="en-US" dirty="0">
                <a:ea typeface="+mn-lt"/>
                <a:cs typeface="+mn-lt"/>
              </a:rPr>
              <a:t>The reset link should be one‑use only, and expire within 1 hour if not used.</a:t>
            </a:r>
            <a:endParaRPr lang="en-US"/>
          </a:p>
        </p:txBody>
      </p:sp>
    </p:spTree>
    <p:extLst>
      <p:ext uri="{BB962C8B-B14F-4D97-AF65-F5344CB8AC3E}">
        <p14:creationId xmlns:p14="http://schemas.microsoft.com/office/powerpoint/2010/main" val="11263226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694A87-BBF4-60E5-867D-2B3CBA898A7E}"/>
              </a:ext>
            </a:extLst>
          </p:cNvPr>
          <p:cNvSpPr>
            <a:spLocks noGrp="1"/>
          </p:cNvSpPr>
          <p:nvPr>
            <p:ph type="title"/>
          </p:nvPr>
        </p:nvSpPr>
        <p:spPr/>
        <p:txBody>
          <a:bodyPr/>
          <a:lstStyle/>
          <a:p>
            <a:r>
              <a:rPr lang="en-US" dirty="0">
                <a:ea typeface="+mj-lt"/>
                <a:cs typeface="+mj-lt"/>
              </a:rPr>
              <a:t>Rules for Passwords</a:t>
            </a:r>
            <a:endParaRPr lang="en-US" dirty="0"/>
          </a:p>
        </p:txBody>
      </p:sp>
      <p:sp>
        <p:nvSpPr>
          <p:cNvPr id="3" name="Content Placeholder 2">
            <a:extLst>
              <a:ext uri="{FF2B5EF4-FFF2-40B4-BE49-F238E27FC236}">
                <a16:creationId xmlns:a16="http://schemas.microsoft.com/office/drawing/2014/main" id="{43D3C91C-E416-ADA7-D2E4-2323FF199A99}"/>
              </a:ext>
            </a:extLst>
          </p:cNvPr>
          <p:cNvSpPr>
            <a:spLocks noGrp="1"/>
          </p:cNvSpPr>
          <p:nvPr>
            <p:ph idx="1"/>
          </p:nvPr>
        </p:nvSpPr>
        <p:spPr/>
        <p:txBody>
          <a:bodyPr vert="horz" lIns="91440" tIns="45720" rIns="91440" bIns="45720" rtlCol="0" anchor="t">
            <a:normAutofit/>
          </a:bodyPr>
          <a:lstStyle/>
          <a:p>
            <a:r>
              <a:rPr lang="en-US" dirty="0">
                <a:ea typeface="+mn-lt"/>
                <a:cs typeface="+mn-lt"/>
              </a:rPr>
              <a:t>Hash and salt all user passwords. Make the salt at least 28 characters. </a:t>
            </a:r>
          </a:p>
          <a:p>
            <a:r>
              <a:rPr lang="en-US" dirty="0">
                <a:ea typeface="+mn-lt"/>
                <a:cs typeface="+mn-lt"/>
              </a:rPr>
              <a:t>All application secrets must be stored in a secret store. </a:t>
            </a:r>
          </a:p>
          <a:p>
            <a:r>
              <a:rPr lang="en-US" dirty="0">
                <a:ea typeface="+mn-lt"/>
                <a:cs typeface="+mn-lt"/>
              </a:rPr>
              <a:t>All accounts used within the application must be service accounts. They must be unique for each application and should follow the concept of least privilege. </a:t>
            </a:r>
          </a:p>
          <a:p>
            <a:r>
              <a:rPr lang="en-US" dirty="0">
                <a:ea typeface="+mn-lt"/>
                <a:cs typeface="+mn-lt"/>
              </a:rPr>
              <a:t>Have all people on your team use password managers. </a:t>
            </a:r>
          </a:p>
          <a:p>
            <a:r>
              <a:rPr lang="en-US" dirty="0">
                <a:ea typeface="+mn-lt"/>
                <a:cs typeface="+mn-lt"/>
              </a:rPr>
              <a:t>Turn on MFA for all important accounts. </a:t>
            </a:r>
          </a:p>
          <a:p>
            <a:r>
              <a:rPr lang="en-US" dirty="0">
                <a:ea typeface="+mn-lt"/>
                <a:cs typeface="+mn-lt"/>
              </a:rPr>
              <a:t>Do not force password changes on a schedule, only after a breach or suspicious activity.</a:t>
            </a:r>
            <a:endParaRPr lang="en-US">
              <a:cs typeface="Calibri"/>
            </a:endParaRPr>
          </a:p>
        </p:txBody>
      </p:sp>
    </p:spTree>
    <p:extLst>
      <p:ext uri="{BB962C8B-B14F-4D97-AF65-F5344CB8AC3E}">
        <p14:creationId xmlns:p14="http://schemas.microsoft.com/office/powerpoint/2010/main" val="22991523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89DC3-6877-D5C5-1255-E348DB33C020}"/>
              </a:ext>
            </a:extLst>
          </p:cNvPr>
          <p:cNvSpPr>
            <a:spLocks noGrp="1"/>
          </p:cNvSpPr>
          <p:nvPr>
            <p:ph type="title"/>
          </p:nvPr>
        </p:nvSpPr>
        <p:spPr/>
        <p:txBody>
          <a:bodyPr/>
          <a:lstStyle/>
          <a:p>
            <a:r>
              <a:rPr lang="en-US" dirty="0">
                <a:latin typeface="Calibri Light"/>
                <a:cs typeface="Calibri Light"/>
              </a:rPr>
              <a:t>HTTPS Everywhere</a:t>
            </a:r>
            <a:endParaRPr lang="en-US" dirty="0">
              <a:solidFill>
                <a:srgbClr val="000000"/>
              </a:solidFill>
              <a:latin typeface="Calibri Light"/>
              <a:cs typeface="Calibri Light"/>
            </a:endParaRPr>
          </a:p>
          <a:p>
            <a:endParaRPr lang="en-US" dirty="0">
              <a:cs typeface="Calibri Light"/>
            </a:endParaRPr>
          </a:p>
        </p:txBody>
      </p:sp>
      <p:sp>
        <p:nvSpPr>
          <p:cNvPr id="3" name="Content Placeholder 2">
            <a:extLst>
              <a:ext uri="{FF2B5EF4-FFF2-40B4-BE49-F238E27FC236}">
                <a16:creationId xmlns:a16="http://schemas.microsoft.com/office/drawing/2014/main" id="{6F80519D-5DBD-B211-0A0E-0237F7A50B4D}"/>
              </a:ext>
            </a:extLst>
          </p:cNvPr>
          <p:cNvSpPr>
            <a:spLocks noGrp="1"/>
          </p:cNvSpPr>
          <p:nvPr>
            <p:ph idx="1"/>
          </p:nvPr>
        </p:nvSpPr>
        <p:spPr>
          <a:xfrm>
            <a:off x="838200" y="1236154"/>
            <a:ext cx="10515600" cy="5300242"/>
          </a:xfrm>
        </p:spPr>
        <p:txBody>
          <a:bodyPr vert="horz" lIns="91440" tIns="45720" rIns="91440" bIns="45720" rtlCol="0" anchor="t">
            <a:normAutofit/>
          </a:bodyPr>
          <a:lstStyle/>
          <a:p>
            <a:r>
              <a:rPr lang="en-US" dirty="0">
                <a:ea typeface="+mn-lt"/>
                <a:cs typeface="+mn-lt"/>
              </a:rPr>
              <a:t>Only allow your site to be accessible via HTTPS. </a:t>
            </a:r>
          </a:p>
          <a:p>
            <a:r>
              <a:rPr lang="en-US" dirty="0">
                <a:ea typeface="+mn-lt"/>
                <a:cs typeface="+mn-lt"/>
              </a:rPr>
              <a:t>Redirect from HTTP to HTTPS. </a:t>
            </a:r>
          </a:p>
          <a:p>
            <a:r>
              <a:rPr lang="en-US" dirty="0">
                <a:ea typeface="+mn-lt"/>
                <a:cs typeface="+mn-lt"/>
              </a:rPr>
              <a:t>If someone attempts to downgrade a connection, redirect them. </a:t>
            </a:r>
            <a:endParaRPr lang="en-US">
              <a:ea typeface="+mn-lt"/>
              <a:cs typeface="+mn-lt"/>
            </a:endParaRPr>
          </a:p>
          <a:p>
            <a:r>
              <a:rPr lang="en-US" dirty="0">
                <a:ea typeface="+mn-lt"/>
                <a:cs typeface="+mn-lt"/>
              </a:rPr>
              <a:t>This can be done via security headers in your code, or settings on your server.</a:t>
            </a:r>
          </a:p>
          <a:p>
            <a:r>
              <a:rPr lang="en-US" dirty="0">
                <a:ea typeface="+mn-lt"/>
                <a:cs typeface="+mn-lt"/>
              </a:rPr>
              <a:t>Ensure you are using the latest version of TLS for encryption.</a:t>
            </a:r>
          </a:p>
          <a:p>
            <a:r>
              <a:rPr lang="en-US" dirty="0">
                <a:ea typeface="+mn-lt"/>
                <a:cs typeface="+mn-lt"/>
              </a:rPr>
              <a:t>For TLS recommendations see: bettercrypto.org/#webservers and https:// ssl-config.mozilla.org </a:t>
            </a:r>
          </a:p>
          <a:p>
            <a:r>
              <a:rPr lang="en-US" dirty="0">
                <a:ea typeface="+mn-lt"/>
                <a:cs typeface="+mn-lt"/>
              </a:rPr>
              <a:t>For assistance in compatibility Configuration see: wiki.mozilla.org/ Security/</a:t>
            </a:r>
            <a:r>
              <a:rPr lang="en-US" dirty="0" err="1">
                <a:ea typeface="+mn-lt"/>
                <a:cs typeface="+mn-lt"/>
              </a:rPr>
              <a:t>Server_Side_TLS</a:t>
            </a:r>
            <a:r>
              <a:rPr lang="en-US" dirty="0">
                <a:ea typeface="+mn-lt"/>
                <a:cs typeface="+mn-lt"/>
              </a:rPr>
              <a:t> To </a:t>
            </a:r>
          </a:p>
          <a:p>
            <a:r>
              <a:rPr lang="en-US" dirty="0">
                <a:ea typeface="+mn-lt"/>
                <a:cs typeface="+mn-lt"/>
              </a:rPr>
              <a:t>test your configuration see: testssl.sh</a:t>
            </a:r>
          </a:p>
        </p:txBody>
      </p:sp>
    </p:spTree>
    <p:extLst>
      <p:ext uri="{BB962C8B-B14F-4D97-AF65-F5344CB8AC3E}">
        <p14:creationId xmlns:p14="http://schemas.microsoft.com/office/powerpoint/2010/main" val="25784434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7C7D9-9115-2D31-AEA5-D6A2FDD20882}"/>
              </a:ext>
            </a:extLst>
          </p:cNvPr>
          <p:cNvSpPr>
            <a:spLocks noGrp="1"/>
          </p:cNvSpPr>
          <p:nvPr>
            <p:ph type="title"/>
          </p:nvPr>
        </p:nvSpPr>
        <p:spPr>
          <a:xfrm>
            <a:off x="766313" y="-51818"/>
            <a:ext cx="10515600" cy="1325563"/>
          </a:xfrm>
        </p:spPr>
        <p:txBody>
          <a:bodyPr>
            <a:normAutofit/>
          </a:bodyPr>
          <a:lstStyle/>
          <a:p>
            <a:r>
              <a:rPr lang="en-US" dirty="0">
                <a:latin typeface="Calibri Light"/>
                <a:cs typeface="Calibri Light"/>
              </a:rPr>
              <a:t>Framework Security Features</a:t>
            </a:r>
            <a:endParaRPr lang="en-US" dirty="0"/>
          </a:p>
        </p:txBody>
      </p:sp>
      <p:sp>
        <p:nvSpPr>
          <p:cNvPr id="3" name="Content Placeholder 2">
            <a:extLst>
              <a:ext uri="{FF2B5EF4-FFF2-40B4-BE49-F238E27FC236}">
                <a16:creationId xmlns:a16="http://schemas.microsoft.com/office/drawing/2014/main" id="{D27E345A-EA3A-C79B-1D71-A8BF314B0F83}"/>
              </a:ext>
            </a:extLst>
          </p:cNvPr>
          <p:cNvSpPr>
            <a:spLocks noGrp="1"/>
          </p:cNvSpPr>
          <p:nvPr>
            <p:ph idx="1"/>
          </p:nvPr>
        </p:nvSpPr>
        <p:spPr>
          <a:xfrm>
            <a:off x="838200" y="1034872"/>
            <a:ext cx="10515600" cy="5587789"/>
          </a:xfrm>
        </p:spPr>
        <p:txBody>
          <a:bodyPr vert="horz" lIns="91440" tIns="45720" rIns="91440" bIns="45720" rtlCol="0" anchor="t">
            <a:normAutofit/>
          </a:bodyPr>
          <a:lstStyle/>
          <a:p>
            <a:r>
              <a:rPr lang="en-US" dirty="0">
                <a:solidFill>
                  <a:srgbClr val="0D0D0D"/>
                </a:solidFill>
                <a:ea typeface="+mn-lt"/>
                <a:cs typeface="+mn-lt"/>
              </a:rPr>
              <a:t>Frameworks often come equipped with a variety of security features to help developers build secure applications more easily. Here are some common security features found in modern frameworks:</a:t>
            </a:r>
          </a:p>
          <a:p>
            <a:pPr lvl="1">
              <a:buFont typeface="Courier New" panose="020B0604020202020204" pitchFamily="34" charset="0"/>
              <a:buChar char="o"/>
            </a:pPr>
            <a:r>
              <a:rPr lang="en-US" sz="2000" b="1" dirty="0">
                <a:solidFill>
                  <a:srgbClr val="0D0D0D"/>
                </a:solidFill>
                <a:ea typeface="+mn-lt"/>
                <a:cs typeface="+mn-lt"/>
              </a:rPr>
              <a:t>Authentication and Authorization</a:t>
            </a:r>
          </a:p>
          <a:p>
            <a:pPr lvl="1">
              <a:buFont typeface="Courier New" panose="020B0604020202020204" pitchFamily="34" charset="0"/>
              <a:buChar char="o"/>
            </a:pPr>
            <a:r>
              <a:rPr lang="en-US" sz="2000" b="1" dirty="0">
                <a:solidFill>
                  <a:srgbClr val="0D0D0D"/>
                </a:solidFill>
                <a:ea typeface="+mn-lt"/>
                <a:cs typeface="+mn-lt"/>
              </a:rPr>
              <a:t>Cross-Site Scripting (XSS) Protection</a:t>
            </a:r>
          </a:p>
          <a:p>
            <a:pPr lvl="1">
              <a:buFont typeface="Courier New" panose="020B0604020202020204" pitchFamily="34" charset="0"/>
              <a:buChar char="o"/>
            </a:pPr>
            <a:r>
              <a:rPr lang="en-US" sz="2000" b="1" dirty="0">
                <a:solidFill>
                  <a:srgbClr val="0D0D0D"/>
                </a:solidFill>
                <a:ea typeface="+mn-lt"/>
                <a:cs typeface="+mn-lt"/>
              </a:rPr>
              <a:t>Cross-Site Request Forgery (CSRF) Protection</a:t>
            </a:r>
          </a:p>
          <a:p>
            <a:pPr lvl="1">
              <a:buFont typeface="Courier New" panose="020B0604020202020204" pitchFamily="34" charset="0"/>
              <a:buChar char="o"/>
            </a:pPr>
            <a:r>
              <a:rPr lang="en-US" sz="2000" b="1" dirty="0">
                <a:solidFill>
                  <a:srgbClr val="0D0D0D"/>
                </a:solidFill>
                <a:ea typeface="+mn-lt"/>
                <a:cs typeface="+mn-lt"/>
              </a:rPr>
              <a:t>SQL Injection Prevention</a:t>
            </a:r>
          </a:p>
          <a:p>
            <a:pPr lvl="1">
              <a:buFont typeface="Courier New" panose="020B0604020202020204" pitchFamily="34" charset="0"/>
              <a:buChar char="o"/>
            </a:pPr>
            <a:r>
              <a:rPr lang="en-US" sz="2000" b="1" dirty="0">
                <a:solidFill>
                  <a:srgbClr val="0D0D0D"/>
                </a:solidFill>
                <a:ea typeface="+mn-lt"/>
                <a:cs typeface="+mn-lt"/>
              </a:rPr>
              <a:t>Session Management</a:t>
            </a:r>
          </a:p>
          <a:p>
            <a:pPr lvl="1">
              <a:buFont typeface="Courier New" panose="020B0604020202020204" pitchFamily="34" charset="0"/>
              <a:buChar char="o"/>
            </a:pPr>
            <a:r>
              <a:rPr lang="en-US" sz="2000" b="1" dirty="0">
                <a:solidFill>
                  <a:srgbClr val="0D0D0D"/>
                </a:solidFill>
                <a:ea typeface="+mn-lt"/>
                <a:cs typeface="+mn-lt"/>
              </a:rPr>
              <a:t>Input Validation and Sanitization</a:t>
            </a:r>
          </a:p>
          <a:p>
            <a:pPr lvl="1">
              <a:buFont typeface="Courier New" panose="020B0604020202020204" pitchFamily="34" charset="0"/>
              <a:buChar char="o"/>
            </a:pPr>
            <a:r>
              <a:rPr lang="en-US" sz="2000" b="1" dirty="0">
                <a:solidFill>
                  <a:srgbClr val="0D0D0D"/>
                </a:solidFill>
                <a:ea typeface="+mn-lt"/>
                <a:cs typeface="+mn-lt"/>
              </a:rPr>
              <a:t>Content Security Policy (CSP)</a:t>
            </a:r>
          </a:p>
          <a:p>
            <a:pPr lvl="1">
              <a:buFont typeface="Courier New" panose="020B0604020202020204" pitchFamily="34" charset="0"/>
              <a:buChar char="o"/>
            </a:pPr>
            <a:r>
              <a:rPr lang="en-US" sz="2000" b="1" dirty="0">
                <a:solidFill>
                  <a:srgbClr val="0D0D0D"/>
                </a:solidFill>
                <a:ea typeface="+mn-lt"/>
                <a:cs typeface="+mn-lt"/>
              </a:rPr>
              <a:t>Rate Limiting and Throttling</a:t>
            </a:r>
          </a:p>
          <a:p>
            <a:r>
              <a:rPr lang="en-US" dirty="0">
                <a:solidFill>
                  <a:srgbClr val="0D0D0D"/>
                </a:solidFill>
                <a:ea typeface="+mn-lt"/>
                <a:cs typeface="+mn-lt"/>
              </a:rPr>
              <a:t>Developers should stay informed about emerging security threats and regularly update their applications and dependencies to address known vulnerabilities.</a:t>
            </a:r>
          </a:p>
        </p:txBody>
      </p:sp>
    </p:spTree>
    <p:extLst>
      <p:ext uri="{BB962C8B-B14F-4D97-AF65-F5344CB8AC3E}">
        <p14:creationId xmlns:p14="http://schemas.microsoft.com/office/powerpoint/2010/main" val="36465768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9899D-3359-F05A-15AE-9E1CF7C410C3}"/>
              </a:ext>
            </a:extLst>
          </p:cNvPr>
          <p:cNvSpPr>
            <a:spLocks noGrp="1"/>
          </p:cNvSpPr>
          <p:nvPr>
            <p:ph type="title"/>
          </p:nvPr>
        </p:nvSpPr>
        <p:spPr/>
        <p:txBody>
          <a:bodyPr/>
          <a:lstStyle/>
          <a:p>
            <a:r>
              <a:rPr lang="en-US" dirty="0">
                <a:ea typeface="+mj-lt"/>
                <a:cs typeface="+mj-lt"/>
              </a:rPr>
              <a:t>File Uploads</a:t>
            </a:r>
            <a:endParaRPr lang="en-US" dirty="0"/>
          </a:p>
        </p:txBody>
      </p:sp>
      <p:sp>
        <p:nvSpPr>
          <p:cNvPr id="3" name="Content Placeholder 2">
            <a:extLst>
              <a:ext uri="{FF2B5EF4-FFF2-40B4-BE49-F238E27FC236}">
                <a16:creationId xmlns:a16="http://schemas.microsoft.com/office/drawing/2014/main" id="{357C3441-BF13-4ABD-0163-1B243AD6E4A5}"/>
              </a:ext>
            </a:extLst>
          </p:cNvPr>
          <p:cNvSpPr>
            <a:spLocks noGrp="1"/>
          </p:cNvSpPr>
          <p:nvPr>
            <p:ph idx="1"/>
          </p:nvPr>
        </p:nvSpPr>
        <p:spPr/>
        <p:txBody>
          <a:bodyPr vert="horz" lIns="91440" tIns="45720" rIns="91440" bIns="45720" rtlCol="0" anchor="t">
            <a:normAutofit/>
          </a:bodyPr>
          <a:lstStyle/>
          <a:p>
            <a:r>
              <a:rPr lang="en-US" dirty="0">
                <a:ea typeface="+mn-lt"/>
                <a:cs typeface="+mn-lt"/>
              </a:rPr>
              <a:t>If performing a file upload, if at all possible, find a well‑respected third‑party component designed for this purpose to use for this portion of your application</a:t>
            </a:r>
          </a:p>
          <a:p>
            <a:r>
              <a:rPr lang="en-US" dirty="0">
                <a:ea typeface="+mn-lt"/>
                <a:cs typeface="+mn-lt"/>
              </a:rPr>
              <a:t>When accepting an uploaded file from a user, assume the worst. Verify its type and size, rename the file, do not allow the user to set the path as to where it would be stored, and store it in a safe place away from the rest of your application and web server.</a:t>
            </a:r>
          </a:p>
          <a:p>
            <a:r>
              <a:rPr lang="en-US" dirty="0">
                <a:ea typeface="+mn-lt"/>
                <a:cs typeface="+mn-lt"/>
              </a:rPr>
              <a:t>Once you have accepted the file, scan it with at least one tool that can verify if the file is questionable.</a:t>
            </a:r>
          </a:p>
          <a:p>
            <a:r>
              <a:rPr lang="en-US" dirty="0">
                <a:ea typeface="+mn-lt"/>
                <a:cs typeface="+mn-lt"/>
              </a:rPr>
              <a:t>Restrict  the files to only specific types that are less dangerous.</a:t>
            </a:r>
            <a:endParaRPr lang="en-US" dirty="0">
              <a:cs typeface="Calibri"/>
            </a:endParaRPr>
          </a:p>
        </p:txBody>
      </p:sp>
    </p:spTree>
    <p:extLst>
      <p:ext uri="{BB962C8B-B14F-4D97-AF65-F5344CB8AC3E}">
        <p14:creationId xmlns:p14="http://schemas.microsoft.com/office/powerpoint/2010/main" val="38200440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5CE3E-D4D0-F0A1-67E5-05B4888B0C5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7062E64-981A-1606-3113-6079ABB22388}"/>
              </a:ext>
            </a:extLst>
          </p:cNvPr>
          <p:cNvSpPr>
            <a:spLocks noGrp="1"/>
          </p:cNvSpPr>
          <p:nvPr>
            <p:ph idx="1"/>
          </p:nvPr>
        </p:nvSpPr>
        <p:spPr/>
        <p:txBody>
          <a:bodyPr vert="horz" lIns="91440" tIns="45720" rIns="91440" bIns="45720" rtlCol="0" anchor="t">
            <a:normAutofit/>
          </a:bodyPr>
          <a:lstStyle/>
          <a:p>
            <a:r>
              <a:rPr lang="en-US" dirty="0">
                <a:ea typeface="+mn-lt"/>
                <a:cs typeface="+mn-lt"/>
              </a:rPr>
              <a:t>cheatsheetseries.owasp.org/ </a:t>
            </a:r>
            <a:r>
              <a:rPr lang="en-US" dirty="0" err="1">
                <a:ea typeface="+mn-lt"/>
                <a:cs typeface="+mn-lt"/>
              </a:rPr>
              <a:t>cheatsheets</a:t>
            </a:r>
            <a:r>
              <a:rPr lang="en-US" dirty="0">
                <a:ea typeface="+mn-lt"/>
                <a:cs typeface="+mn-lt"/>
              </a:rPr>
              <a:t>/Protect_FileUpload_Against_Malicious_File.html.</a:t>
            </a:r>
          </a:p>
          <a:p>
            <a:r>
              <a:rPr lang="en-US" dirty="0">
                <a:ea typeface="+mn-lt"/>
                <a:cs typeface="+mn-lt"/>
              </a:rPr>
              <a:t>Communications Security Establishment of Canada (CSE), created and open‑sourced a free tool to check uploaded files; it is called </a:t>
            </a:r>
            <a:r>
              <a:rPr lang="en-US" dirty="0" err="1">
                <a:ea typeface="+mn-lt"/>
                <a:cs typeface="+mn-lt"/>
              </a:rPr>
              <a:t>AssemblyLine</a:t>
            </a:r>
            <a:r>
              <a:rPr lang="en-US" dirty="0">
                <a:ea typeface="+mn-lt"/>
                <a:cs typeface="+mn-lt"/>
              </a:rPr>
              <a:t> (cyber.gc.ca/</a:t>
            </a:r>
            <a:r>
              <a:rPr lang="en-US" dirty="0" err="1">
                <a:ea typeface="+mn-lt"/>
                <a:cs typeface="+mn-lt"/>
              </a:rPr>
              <a:t>en</a:t>
            </a:r>
            <a:r>
              <a:rPr lang="en-US" dirty="0">
                <a:ea typeface="+mn-lt"/>
                <a:cs typeface="+mn-lt"/>
              </a:rPr>
              <a:t>/</a:t>
            </a:r>
            <a:r>
              <a:rPr lang="en-US" dirty="0" err="1">
                <a:ea typeface="+mn-lt"/>
                <a:cs typeface="+mn-lt"/>
              </a:rPr>
              <a:t>assemblyline</a:t>
            </a:r>
            <a:r>
              <a:rPr lang="en-US" dirty="0">
                <a:ea typeface="+mn-lt"/>
                <a:cs typeface="+mn-lt"/>
              </a:rPr>
              <a:t>).</a:t>
            </a:r>
            <a:endParaRPr lang="en-US" dirty="0">
              <a:cs typeface="Calibri"/>
            </a:endParaRPr>
          </a:p>
        </p:txBody>
      </p:sp>
    </p:spTree>
    <p:extLst>
      <p:ext uri="{BB962C8B-B14F-4D97-AF65-F5344CB8AC3E}">
        <p14:creationId xmlns:p14="http://schemas.microsoft.com/office/powerpoint/2010/main" val="13709871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08020-0691-77C3-729F-E3A2BA1C79D5}"/>
              </a:ext>
            </a:extLst>
          </p:cNvPr>
          <p:cNvSpPr>
            <a:spLocks noGrp="1"/>
          </p:cNvSpPr>
          <p:nvPr>
            <p:ph type="title"/>
          </p:nvPr>
        </p:nvSpPr>
        <p:spPr/>
        <p:txBody>
          <a:bodyPr/>
          <a:lstStyle/>
          <a:p>
            <a:r>
              <a:rPr lang="en-US" dirty="0">
                <a:ea typeface="+mj-lt"/>
                <a:cs typeface="+mj-lt"/>
              </a:rPr>
              <a:t>Errors and Logging</a:t>
            </a:r>
            <a:endParaRPr lang="en-US" dirty="0"/>
          </a:p>
        </p:txBody>
      </p:sp>
      <p:sp>
        <p:nvSpPr>
          <p:cNvPr id="3" name="Content Placeholder 2">
            <a:extLst>
              <a:ext uri="{FF2B5EF4-FFF2-40B4-BE49-F238E27FC236}">
                <a16:creationId xmlns:a16="http://schemas.microsoft.com/office/drawing/2014/main" id="{6FDE1E0E-F186-6A43-0790-9F590D7F3801}"/>
              </a:ext>
            </a:extLst>
          </p:cNvPr>
          <p:cNvSpPr>
            <a:spLocks noGrp="1"/>
          </p:cNvSpPr>
          <p:nvPr>
            <p:ph idx="1"/>
          </p:nvPr>
        </p:nvSpPr>
        <p:spPr/>
        <p:txBody>
          <a:bodyPr vert="horz" lIns="91440" tIns="45720" rIns="91440" bIns="45720" rtlCol="0" anchor="t">
            <a:normAutofit lnSpcReduction="10000"/>
          </a:bodyPr>
          <a:lstStyle/>
          <a:p>
            <a:r>
              <a:rPr lang="en-US" dirty="0">
                <a:ea typeface="+mn-lt"/>
                <a:cs typeface="+mn-lt"/>
              </a:rPr>
              <a:t>All errors should be caught and handled gracefully; there should </a:t>
            </a:r>
            <a:r>
              <a:rPr lang="en-US">
                <a:ea typeface="+mn-lt"/>
                <a:cs typeface="+mn-lt"/>
              </a:rPr>
              <a:t>never be a stack trace or database error on the screen.</a:t>
            </a:r>
            <a:endParaRPr lang="en-US" dirty="0">
              <a:ea typeface="+mn-lt"/>
              <a:cs typeface="+mn-lt"/>
            </a:endParaRPr>
          </a:p>
          <a:p>
            <a:r>
              <a:rPr lang="en-US" dirty="0">
                <a:ea typeface="+mn-lt"/>
                <a:cs typeface="+mn-lt"/>
              </a:rPr>
              <a:t>When errors happen, an application should never fail into an unknown state. It should always roll back any transaction it was performing, and “close” anything it may have opened </a:t>
            </a:r>
          </a:p>
          <a:p>
            <a:r>
              <a:rPr lang="en-US" dirty="0">
                <a:ea typeface="+mn-lt"/>
                <a:cs typeface="+mn-lt"/>
              </a:rPr>
              <a:t>Your security team likely has something called a SIEM, a Security Incident and Event Management system, which ingests all the log files from all of your network tools.</a:t>
            </a:r>
          </a:p>
          <a:p>
            <a:r>
              <a:rPr lang="en-US" dirty="0">
                <a:ea typeface="+mn-lt"/>
                <a:cs typeface="+mn-lt"/>
              </a:rPr>
              <a:t>Never log sensitive information, such as passwords, Social Insurance Numbers, complete credit card numbers (last 4 digits are okay), date of birth plus a person’s first and last name, etc.</a:t>
            </a:r>
            <a:endParaRPr lang="en-US" dirty="0">
              <a:cs typeface="Calibri"/>
            </a:endParaRPr>
          </a:p>
        </p:txBody>
      </p:sp>
    </p:spTree>
    <p:extLst>
      <p:ext uri="{BB962C8B-B14F-4D97-AF65-F5344CB8AC3E}">
        <p14:creationId xmlns:p14="http://schemas.microsoft.com/office/powerpoint/2010/main" val="20434485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71D06D-E5C9-C1A7-7894-0E7D1D8FA22E}"/>
              </a:ext>
            </a:extLst>
          </p:cNvPr>
          <p:cNvSpPr>
            <a:spLocks noGrp="1"/>
          </p:cNvSpPr>
          <p:nvPr>
            <p:ph idx="1"/>
          </p:nvPr>
        </p:nvSpPr>
        <p:spPr>
          <a:xfrm>
            <a:off x="838200" y="316004"/>
            <a:ext cx="10515600" cy="5860959"/>
          </a:xfrm>
        </p:spPr>
        <p:txBody>
          <a:bodyPr vert="horz" lIns="91440" tIns="45720" rIns="91440" bIns="45720" rtlCol="0" anchor="t">
            <a:normAutofit/>
          </a:bodyPr>
          <a:lstStyle/>
          <a:p>
            <a:r>
              <a:rPr lang="en-US" dirty="0">
                <a:ea typeface="+mn-lt"/>
                <a:cs typeface="+mn-lt"/>
              </a:rPr>
              <a:t>If an activity happens within your application that appears to be a security event or incident, your app should not only log the situation, but it should raise an alert.</a:t>
            </a:r>
          </a:p>
          <a:p>
            <a:r>
              <a:rPr lang="en-US" dirty="0">
                <a:ea typeface="+mn-lt"/>
                <a:cs typeface="+mn-lt"/>
              </a:rPr>
              <a:t>Events that would potentially trigger a security alert include falling into an unknown state, having access denied to a feature or document, a workflow bypass attempt, a user exceeding usage quotas (for instance, attempting to log in 10 times in 1 second, or 100 times in an hour—human beings do not act like this), the application crashing, a user using a certain (large) amount of bandwidth, CPU, or storage, calls to an HTTP verb that you have blocked, etc. </a:t>
            </a:r>
          </a:p>
          <a:p>
            <a:r>
              <a:rPr lang="en-US" dirty="0">
                <a:ea typeface="+mn-lt"/>
                <a:cs typeface="+mn-lt"/>
              </a:rPr>
              <a:t>You will need to decide what is appropriate for your organization and your application with the business analysts and security team.</a:t>
            </a:r>
            <a:endParaRPr lang="en-US">
              <a:cs typeface="Calibri"/>
            </a:endParaRPr>
          </a:p>
        </p:txBody>
      </p:sp>
    </p:spTree>
    <p:extLst>
      <p:ext uri="{BB962C8B-B14F-4D97-AF65-F5344CB8AC3E}">
        <p14:creationId xmlns:p14="http://schemas.microsoft.com/office/powerpoint/2010/main" val="73034077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5AA67-7128-010B-6686-894E9026C3B3}"/>
              </a:ext>
            </a:extLst>
          </p:cNvPr>
          <p:cNvSpPr>
            <a:spLocks noGrp="1"/>
          </p:cNvSpPr>
          <p:nvPr>
            <p:ph type="title"/>
          </p:nvPr>
        </p:nvSpPr>
        <p:spPr>
          <a:xfrm>
            <a:off x="766313" y="-152460"/>
            <a:ext cx="10515600" cy="1325563"/>
          </a:xfrm>
        </p:spPr>
        <p:txBody>
          <a:bodyPr/>
          <a:lstStyle/>
          <a:p>
            <a:r>
              <a:rPr lang="en-US" dirty="0">
                <a:ea typeface="+mj-lt"/>
                <a:cs typeface="+mj-lt"/>
              </a:rPr>
              <a:t>Authorization and Authentication</a:t>
            </a:r>
            <a:endParaRPr lang="en-US" dirty="0"/>
          </a:p>
        </p:txBody>
      </p:sp>
      <p:sp>
        <p:nvSpPr>
          <p:cNvPr id="3" name="Content Placeholder 2">
            <a:extLst>
              <a:ext uri="{FF2B5EF4-FFF2-40B4-BE49-F238E27FC236}">
                <a16:creationId xmlns:a16="http://schemas.microsoft.com/office/drawing/2014/main" id="{3F376F3D-9084-3A47-0524-4C5C84B358F2}"/>
              </a:ext>
            </a:extLst>
          </p:cNvPr>
          <p:cNvSpPr>
            <a:spLocks noGrp="1"/>
          </p:cNvSpPr>
          <p:nvPr>
            <p:ph idx="1"/>
          </p:nvPr>
        </p:nvSpPr>
        <p:spPr>
          <a:xfrm>
            <a:off x="838200" y="1178644"/>
            <a:ext cx="10515600" cy="5444017"/>
          </a:xfrm>
        </p:spPr>
        <p:txBody>
          <a:bodyPr vert="horz" lIns="91440" tIns="45720" rIns="91440" bIns="45720" rtlCol="0" anchor="t">
            <a:normAutofit/>
          </a:bodyPr>
          <a:lstStyle/>
          <a:p>
            <a:r>
              <a:rPr lang="en-US" dirty="0">
                <a:ea typeface="+mn-lt"/>
                <a:cs typeface="+mn-lt"/>
              </a:rPr>
              <a:t>Authorization</a:t>
            </a:r>
          </a:p>
          <a:p>
            <a:pPr lvl="1">
              <a:buFont typeface="Courier New" panose="020B0604020202020204" pitchFamily="34" charset="0"/>
              <a:buChar char="o"/>
            </a:pPr>
            <a:r>
              <a:rPr lang="en-US" dirty="0">
                <a:ea typeface="+mn-lt"/>
                <a:cs typeface="+mn-lt"/>
              </a:rPr>
              <a:t>If your application has different types of access for different types of users, generally referred to as Role‑Based Access Control (RBAC), then you must define all of it during the requirements phase. You do not want these changing on you as you are developing the system, it will make your job more difficult than necessary. </a:t>
            </a:r>
            <a:endParaRPr lang="en-US">
              <a:cs typeface="Calibri"/>
            </a:endParaRPr>
          </a:p>
          <a:p>
            <a:r>
              <a:rPr lang="en-US" dirty="0">
                <a:ea typeface="+mn-lt"/>
                <a:cs typeface="+mn-lt"/>
              </a:rPr>
              <a:t>Authentication</a:t>
            </a:r>
          </a:p>
          <a:p>
            <a:pPr lvl="1">
              <a:buFont typeface="Courier New" panose="020B0604020202020204" pitchFamily="34" charset="0"/>
              <a:buChar char="o"/>
            </a:pPr>
            <a:r>
              <a:rPr lang="en-US" dirty="0">
                <a:ea typeface="+mn-lt"/>
                <a:cs typeface="+mn-lt"/>
              </a:rPr>
              <a:t>How  will your system verify the identity of the users? </a:t>
            </a:r>
            <a:endParaRPr lang="en-US">
              <a:ea typeface="+mn-lt"/>
              <a:cs typeface="+mn-lt"/>
            </a:endParaRPr>
          </a:p>
          <a:p>
            <a:pPr lvl="1">
              <a:buFont typeface="Courier New" panose="020B0604020202020204" pitchFamily="34" charset="0"/>
              <a:buChar char="o"/>
            </a:pPr>
            <a:r>
              <a:rPr lang="en-US" dirty="0">
                <a:ea typeface="+mn-lt"/>
                <a:cs typeface="+mn-lt"/>
              </a:rPr>
              <a:t>How will you track their identity? </a:t>
            </a:r>
            <a:endParaRPr lang="en-US">
              <a:ea typeface="+mn-lt"/>
              <a:cs typeface="+mn-lt"/>
            </a:endParaRPr>
          </a:p>
          <a:p>
            <a:pPr lvl="1">
              <a:buFont typeface="Courier New" panose="020B0604020202020204" pitchFamily="34" charset="0"/>
              <a:buChar char="o"/>
            </a:pPr>
            <a:r>
              <a:rPr lang="en-US" dirty="0">
                <a:ea typeface="+mn-lt"/>
                <a:cs typeface="+mn-lt"/>
              </a:rPr>
              <a:t>Do you need to track it across several systems or just your website? </a:t>
            </a:r>
            <a:endParaRPr lang="en-US">
              <a:ea typeface="+mn-lt"/>
              <a:cs typeface="+mn-lt"/>
            </a:endParaRPr>
          </a:p>
          <a:p>
            <a:pPr lvl="1">
              <a:buFont typeface="Courier New" panose="020B0604020202020204" pitchFamily="34" charset="0"/>
              <a:buChar char="o"/>
            </a:pPr>
            <a:r>
              <a:rPr lang="en-US" dirty="0">
                <a:ea typeface="+mn-lt"/>
                <a:cs typeface="+mn-lt"/>
              </a:rPr>
              <a:t>Deciding all of these systems now is ideal, but during the design phase is also acceptable.</a:t>
            </a:r>
            <a:endParaRPr lang="en-US">
              <a:cs typeface="Calibri"/>
            </a:endParaRPr>
          </a:p>
        </p:txBody>
      </p:sp>
    </p:spTree>
    <p:extLst>
      <p:ext uri="{BB962C8B-B14F-4D97-AF65-F5344CB8AC3E}">
        <p14:creationId xmlns:p14="http://schemas.microsoft.com/office/powerpoint/2010/main" val="33707671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EB6F0-67B0-57C1-BB44-AFD9ABA22A9A}"/>
              </a:ext>
            </a:extLst>
          </p:cNvPr>
          <p:cNvSpPr>
            <a:spLocks noGrp="1"/>
          </p:cNvSpPr>
          <p:nvPr>
            <p:ph type="title"/>
          </p:nvPr>
        </p:nvSpPr>
        <p:spPr/>
        <p:txBody>
          <a:bodyPr/>
          <a:lstStyle/>
          <a:p>
            <a:r>
              <a:rPr lang="en-US" dirty="0">
                <a:ea typeface="+mj-lt"/>
                <a:cs typeface="+mj-lt"/>
              </a:rPr>
              <a:t>Parameterized Queries</a:t>
            </a:r>
            <a:endParaRPr lang="en-US" dirty="0"/>
          </a:p>
        </p:txBody>
      </p:sp>
      <p:sp>
        <p:nvSpPr>
          <p:cNvPr id="3" name="Content Placeholder 2">
            <a:extLst>
              <a:ext uri="{FF2B5EF4-FFF2-40B4-BE49-F238E27FC236}">
                <a16:creationId xmlns:a16="http://schemas.microsoft.com/office/drawing/2014/main" id="{C3F2D156-CCCD-4FEC-D099-66B79B907638}"/>
              </a:ext>
            </a:extLst>
          </p:cNvPr>
          <p:cNvSpPr>
            <a:spLocks noGrp="1"/>
          </p:cNvSpPr>
          <p:nvPr>
            <p:ph idx="1"/>
          </p:nvPr>
        </p:nvSpPr>
        <p:spPr/>
        <p:txBody>
          <a:bodyPr vert="horz" lIns="91440" tIns="45720" rIns="91440" bIns="45720" rtlCol="0" anchor="t">
            <a:normAutofit/>
          </a:bodyPr>
          <a:lstStyle/>
          <a:p>
            <a:r>
              <a:rPr lang="en-US" dirty="0">
                <a:solidFill>
                  <a:srgbClr val="000000"/>
                </a:solidFill>
                <a:ea typeface="+mn-lt"/>
                <a:cs typeface="+mn-lt"/>
              </a:rPr>
              <a:t>Parameterized queries are an essential technique for developing secure applications, particularly when interacting with databases. They help prevent SQL injection attacks, a prevalent and dangerous type of security vulnerability.</a:t>
            </a:r>
          </a:p>
          <a:p>
            <a:pPr lvl="1">
              <a:buFont typeface="Courier New" panose="020B0604020202020204" pitchFamily="34" charset="0"/>
              <a:buChar char="o"/>
            </a:pPr>
            <a:r>
              <a:rPr lang="en-US">
                <a:solidFill>
                  <a:srgbClr val="000000"/>
                </a:solidFill>
                <a:ea typeface="+mn-lt"/>
                <a:cs typeface="+mn-lt"/>
              </a:rPr>
              <a:t>Protection Against SQL Injection</a:t>
            </a:r>
          </a:p>
          <a:p>
            <a:pPr lvl="1">
              <a:buFont typeface="Courier New" panose="020B0604020202020204" pitchFamily="34" charset="0"/>
              <a:buChar char="o"/>
            </a:pPr>
            <a:r>
              <a:rPr lang="en-US">
                <a:solidFill>
                  <a:srgbClr val="000000"/>
                </a:solidFill>
                <a:ea typeface="+mn-lt"/>
                <a:cs typeface="+mn-lt"/>
              </a:rPr>
              <a:t>Automatic Data Sanitization</a:t>
            </a:r>
          </a:p>
          <a:p>
            <a:pPr lvl="1">
              <a:buFont typeface="Courier New" panose="020B0604020202020204" pitchFamily="34" charset="0"/>
              <a:buChar char="o"/>
            </a:pPr>
            <a:r>
              <a:rPr lang="en-US">
                <a:solidFill>
                  <a:srgbClr val="000000"/>
                </a:solidFill>
                <a:ea typeface="+mn-lt"/>
                <a:cs typeface="+mn-lt"/>
              </a:rPr>
              <a:t>Improved Performance and Maintainability</a:t>
            </a:r>
          </a:p>
          <a:p>
            <a:pPr lvl="1">
              <a:buFont typeface="Courier New" panose="020B0604020202020204" pitchFamily="34" charset="0"/>
              <a:buChar char="o"/>
            </a:pPr>
            <a:r>
              <a:rPr lang="en-US" dirty="0">
                <a:solidFill>
                  <a:srgbClr val="000000"/>
                </a:solidFill>
                <a:ea typeface="+mn-lt"/>
                <a:cs typeface="+mn-lt"/>
              </a:rPr>
              <a:t>Support Across Different Database Systems</a:t>
            </a:r>
            <a:endParaRPr lang="en-US" dirty="0">
              <a:solidFill>
                <a:srgbClr val="000000"/>
              </a:solidFill>
              <a:cs typeface="Calibri"/>
            </a:endParaRPr>
          </a:p>
          <a:p>
            <a:pPr lvl="1">
              <a:buFont typeface="Courier New" panose="020B0604020202020204" pitchFamily="34" charset="0"/>
              <a:buChar char="o"/>
            </a:pPr>
            <a:endParaRPr lang="en-US" dirty="0">
              <a:solidFill>
                <a:srgbClr val="000000"/>
              </a:solidFill>
              <a:cs typeface="Calibri"/>
            </a:endParaRPr>
          </a:p>
          <a:p>
            <a:pPr lvl="1">
              <a:buFont typeface="Courier New" panose="020B0604020202020204" pitchFamily="34" charset="0"/>
              <a:buChar char="o"/>
            </a:pPr>
            <a:endParaRPr lang="en-US" dirty="0">
              <a:solidFill>
                <a:srgbClr val="000000"/>
              </a:solidFill>
              <a:cs typeface="Calibri"/>
            </a:endParaRPr>
          </a:p>
        </p:txBody>
      </p:sp>
    </p:spTree>
    <p:extLst>
      <p:ext uri="{BB962C8B-B14F-4D97-AF65-F5344CB8AC3E}">
        <p14:creationId xmlns:p14="http://schemas.microsoft.com/office/powerpoint/2010/main" val="398802143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610DD-B6D4-A47F-61B1-2D4EE3BDBEE4}"/>
              </a:ext>
            </a:extLst>
          </p:cNvPr>
          <p:cNvSpPr>
            <a:spLocks noGrp="1"/>
          </p:cNvSpPr>
          <p:nvPr>
            <p:ph type="title"/>
          </p:nvPr>
        </p:nvSpPr>
        <p:spPr/>
        <p:txBody>
          <a:bodyPr/>
          <a:lstStyle/>
          <a:p>
            <a:r>
              <a:rPr lang="en-US" dirty="0">
                <a:ea typeface="+mj-lt"/>
                <a:cs typeface="+mj-lt"/>
              </a:rPr>
              <a:t>Least Privilege</a:t>
            </a:r>
            <a:endParaRPr lang="en-US" dirty="0"/>
          </a:p>
        </p:txBody>
      </p:sp>
      <p:sp>
        <p:nvSpPr>
          <p:cNvPr id="3" name="Content Placeholder 2">
            <a:extLst>
              <a:ext uri="{FF2B5EF4-FFF2-40B4-BE49-F238E27FC236}">
                <a16:creationId xmlns:a16="http://schemas.microsoft.com/office/drawing/2014/main" id="{2BF48E24-08BD-3CB3-9DBE-F3B105769E34}"/>
              </a:ext>
            </a:extLst>
          </p:cNvPr>
          <p:cNvSpPr>
            <a:spLocks noGrp="1"/>
          </p:cNvSpPr>
          <p:nvPr>
            <p:ph idx="1"/>
          </p:nvPr>
        </p:nvSpPr>
        <p:spPr>
          <a:xfrm>
            <a:off x="838200" y="1509324"/>
            <a:ext cx="10515600" cy="5098959"/>
          </a:xfrm>
        </p:spPr>
        <p:txBody>
          <a:bodyPr vert="horz" lIns="91440" tIns="45720" rIns="91440" bIns="45720" rtlCol="0" anchor="t">
            <a:normAutofit lnSpcReduction="10000"/>
          </a:bodyPr>
          <a:lstStyle/>
          <a:p>
            <a:r>
              <a:rPr lang="en-US" dirty="0">
                <a:ea typeface="+mn-lt"/>
                <a:cs typeface="+mn-lt"/>
              </a:rPr>
              <a:t>The service account that calls your database from your application should only have CRUD permissions, never database owner (DBO). </a:t>
            </a:r>
          </a:p>
          <a:p>
            <a:r>
              <a:rPr lang="en-US" dirty="0">
                <a:ea typeface="+mn-lt"/>
                <a:cs typeface="+mn-lt"/>
              </a:rPr>
              <a:t>Ideally one service account will have read‑only, for “select” calls, while another will have CRUD access when insert, update, or delete is required. Use the read‑only account whenever possible. </a:t>
            </a:r>
          </a:p>
          <a:p>
            <a:r>
              <a:rPr lang="en-US" dirty="0">
                <a:ea typeface="+mn-lt"/>
                <a:cs typeface="+mn-lt"/>
              </a:rPr>
              <a:t>Create a different service account for each API that your application uses, with each one only having the maximum‑required permissions (for instance, only “select” or “read” if it is only expected to return data, not modify data).</a:t>
            </a:r>
          </a:p>
          <a:p>
            <a:r>
              <a:rPr lang="en-US" dirty="0">
                <a:ea typeface="+mn-lt"/>
                <a:cs typeface="+mn-lt"/>
              </a:rPr>
              <a:t>Only give your team members access to read/write your projects within your code library, with everyone else only having read access or no access at all if your code is potentially quite sensitive or valuable in nature.</a:t>
            </a:r>
            <a:endParaRPr lang="en-US" dirty="0">
              <a:cs typeface="Calibri"/>
            </a:endParaRPr>
          </a:p>
        </p:txBody>
      </p:sp>
    </p:spTree>
    <p:extLst>
      <p:ext uri="{BB962C8B-B14F-4D97-AF65-F5344CB8AC3E}">
        <p14:creationId xmlns:p14="http://schemas.microsoft.com/office/powerpoint/2010/main" val="66964802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5E5F6-DA38-0D05-7B73-27DE2C549766}"/>
              </a:ext>
            </a:extLst>
          </p:cNvPr>
          <p:cNvSpPr>
            <a:spLocks noGrp="1"/>
          </p:cNvSpPr>
          <p:nvPr>
            <p:ph type="title"/>
          </p:nvPr>
        </p:nvSpPr>
        <p:spPr/>
        <p:txBody>
          <a:bodyPr/>
          <a:lstStyle/>
          <a:p>
            <a:r>
              <a:rPr lang="en-US" dirty="0">
                <a:ea typeface="+mj-lt"/>
                <a:cs typeface="+mj-lt"/>
              </a:rPr>
              <a:t>Requirements Checklist</a:t>
            </a:r>
            <a:endParaRPr lang="en-US" dirty="0"/>
          </a:p>
        </p:txBody>
      </p:sp>
      <p:sp>
        <p:nvSpPr>
          <p:cNvPr id="3" name="Content Placeholder 2">
            <a:extLst>
              <a:ext uri="{FF2B5EF4-FFF2-40B4-BE49-F238E27FC236}">
                <a16:creationId xmlns:a16="http://schemas.microsoft.com/office/drawing/2014/main" id="{497B3F5A-FB74-DFE8-931C-E074607C6477}"/>
              </a:ext>
            </a:extLst>
          </p:cNvPr>
          <p:cNvSpPr>
            <a:spLocks noGrp="1"/>
          </p:cNvSpPr>
          <p:nvPr>
            <p:ph idx="1"/>
          </p:nvPr>
        </p:nvSpPr>
        <p:spPr/>
        <p:txBody>
          <a:bodyPr vert="horz" lIns="91440" tIns="45720" rIns="91440" bIns="45720" rtlCol="0" anchor="t">
            <a:normAutofit/>
          </a:bodyPr>
          <a:lstStyle/>
          <a:p>
            <a:r>
              <a:rPr lang="en-US" dirty="0">
                <a:ea typeface="+mn-lt"/>
                <a:cs typeface="+mn-lt"/>
              </a:rPr>
              <a:t>Below is a checklist that you can use for all your web application </a:t>
            </a:r>
            <a:r>
              <a:rPr lang="en-US">
                <a:ea typeface="+mn-lt"/>
                <a:cs typeface="+mn-lt"/>
              </a:rPr>
              <a:t>projects.</a:t>
            </a:r>
          </a:p>
          <a:p>
            <a:pPr lvl="1">
              <a:buFont typeface="Courier New" panose="020B0604020202020204" pitchFamily="34" charset="0"/>
              <a:buChar char="o"/>
            </a:pPr>
            <a:r>
              <a:rPr lang="en-US" dirty="0">
                <a:ea typeface="+mn-lt"/>
                <a:cs typeface="+mn-lt"/>
              </a:rPr>
              <a:t>Encrypt all data at rest (while in the database). </a:t>
            </a:r>
          </a:p>
          <a:p>
            <a:pPr lvl="1">
              <a:buFont typeface="Courier New" panose="020B0604020202020204" pitchFamily="34" charset="0"/>
              <a:buChar char="o"/>
            </a:pPr>
            <a:r>
              <a:rPr lang="en-US" dirty="0">
                <a:ea typeface="+mn-lt"/>
                <a:cs typeface="+mn-lt"/>
              </a:rPr>
              <a:t>Encrypt all data in transit (on its way to and from the user, the database, an </a:t>
            </a:r>
            <a:r>
              <a:rPr lang="en-US">
                <a:ea typeface="+mn-lt"/>
                <a:cs typeface="+mn-lt"/>
              </a:rPr>
              <a:t>API, etc.). </a:t>
            </a:r>
          </a:p>
          <a:p>
            <a:pPr lvl="1">
              <a:buFont typeface="Courier New" panose="020B0604020202020204" pitchFamily="34" charset="0"/>
              <a:buChar char="o"/>
            </a:pPr>
            <a:r>
              <a:rPr lang="en-US" dirty="0">
                <a:ea typeface="+mn-lt"/>
                <a:cs typeface="+mn-lt"/>
              </a:rPr>
              <a:t>Trust no one: validate (and sanitize if specialize circumstances apply) all data, even from your own database. </a:t>
            </a:r>
          </a:p>
          <a:p>
            <a:pPr lvl="1">
              <a:buFont typeface="Courier New" panose="020B0604020202020204" pitchFamily="34" charset="0"/>
              <a:buChar char="o"/>
            </a:pPr>
            <a:r>
              <a:rPr lang="en-US" dirty="0">
                <a:ea typeface="+mn-lt"/>
                <a:cs typeface="+mn-lt"/>
              </a:rPr>
              <a:t>Encode (and escape if need be) all output.</a:t>
            </a:r>
          </a:p>
          <a:p>
            <a:pPr lvl="1">
              <a:buFont typeface="Courier New" panose="020B0604020202020204" pitchFamily="34" charset="0"/>
              <a:buChar char="o"/>
            </a:pPr>
            <a:r>
              <a:rPr lang="en-US" dirty="0">
                <a:ea typeface="+mn-lt"/>
                <a:cs typeface="+mn-lt"/>
              </a:rPr>
              <a:t>Scan all libraries and third‑party components for known vulnerabilities before use, and regularly after use (new vulnerabilities and versions are released all the time).</a:t>
            </a:r>
            <a:endParaRPr lang="en-US" dirty="0">
              <a:cs typeface="Calibri"/>
            </a:endParaRPr>
          </a:p>
        </p:txBody>
      </p:sp>
    </p:spTree>
    <p:extLst>
      <p:ext uri="{BB962C8B-B14F-4D97-AF65-F5344CB8AC3E}">
        <p14:creationId xmlns:p14="http://schemas.microsoft.com/office/powerpoint/2010/main" val="107266436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CD8A4E-3D62-DC1E-E1FC-696AD223B694}"/>
              </a:ext>
            </a:extLst>
          </p:cNvPr>
          <p:cNvSpPr>
            <a:spLocks noGrp="1"/>
          </p:cNvSpPr>
          <p:nvPr>
            <p:ph idx="1"/>
          </p:nvPr>
        </p:nvSpPr>
        <p:spPr>
          <a:xfrm>
            <a:off x="838200" y="272871"/>
            <a:ext cx="10515600" cy="6335412"/>
          </a:xfrm>
        </p:spPr>
        <p:txBody>
          <a:bodyPr vert="horz" lIns="91440" tIns="45720" rIns="91440" bIns="45720" rtlCol="0" anchor="t">
            <a:normAutofit/>
          </a:bodyPr>
          <a:lstStyle/>
          <a:p>
            <a:pPr lvl="1">
              <a:buFont typeface="Courier New" panose="020B0604020202020204" pitchFamily="34" charset="0"/>
              <a:buChar char="o"/>
            </a:pPr>
            <a:r>
              <a:rPr lang="en-US" dirty="0">
                <a:ea typeface="+mn-lt"/>
                <a:cs typeface="+mn-lt"/>
              </a:rPr>
              <a:t>Use all applicable security headers. </a:t>
            </a:r>
          </a:p>
          <a:p>
            <a:pPr lvl="1">
              <a:buFont typeface="Courier New" panose="020B0604020202020204" pitchFamily="34" charset="0"/>
              <a:buChar char="o"/>
            </a:pPr>
            <a:r>
              <a:rPr lang="en-US" dirty="0">
                <a:ea typeface="+mn-lt"/>
                <a:cs typeface="+mn-lt"/>
              </a:rPr>
              <a:t>Use appropriate secure cookie settings. </a:t>
            </a:r>
            <a:endParaRPr lang="en-US">
              <a:ea typeface="+mn-lt"/>
              <a:cs typeface="+mn-lt"/>
            </a:endParaRPr>
          </a:p>
          <a:p>
            <a:pPr lvl="1">
              <a:buFont typeface="Courier New" panose="020B0604020202020204" pitchFamily="34" charset="0"/>
              <a:buChar char="o"/>
            </a:pPr>
            <a:r>
              <a:rPr lang="en-US" dirty="0">
                <a:ea typeface="+mn-lt"/>
                <a:cs typeface="+mn-lt"/>
              </a:rPr>
              <a:t>Classify and label all data that your application will store, collect, or create. </a:t>
            </a:r>
            <a:endParaRPr lang="en-US">
              <a:ea typeface="+mn-lt"/>
              <a:cs typeface="+mn-lt"/>
            </a:endParaRPr>
          </a:p>
          <a:p>
            <a:pPr lvl="1">
              <a:buFont typeface="Courier New" panose="020B0604020202020204" pitchFamily="34" charset="0"/>
              <a:buChar char="o"/>
            </a:pPr>
            <a:r>
              <a:rPr lang="en-US" dirty="0">
                <a:ea typeface="+mn-lt"/>
                <a:cs typeface="+mn-lt"/>
              </a:rPr>
              <a:t>Hash and salt all user passwords. Make the salt at least 28 characters. </a:t>
            </a:r>
            <a:endParaRPr lang="en-US">
              <a:ea typeface="+mn-lt"/>
              <a:cs typeface="+mn-lt"/>
            </a:endParaRPr>
          </a:p>
          <a:p>
            <a:pPr lvl="1">
              <a:buFont typeface="Courier New" panose="020B0604020202020204" pitchFamily="34" charset="0"/>
              <a:buChar char="o"/>
            </a:pPr>
            <a:r>
              <a:rPr lang="en-US" dirty="0">
                <a:ea typeface="+mn-lt"/>
                <a:cs typeface="+mn-lt"/>
              </a:rPr>
              <a:t>Store all application secrets in a secret store. </a:t>
            </a:r>
          </a:p>
          <a:p>
            <a:pPr lvl="1">
              <a:buFont typeface="Courier New" panose="020B0604020202020204" pitchFamily="34" charset="0"/>
              <a:buChar char="o"/>
            </a:pPr>
            <a:r>
              <a:rPr lang="en-US" dirty="0">
                <a:ea typeface="+mn-lt"/>
                <a:cs typeface="+mn-lt"/>
              </a:rPr>
              <a:t>Ensure all accounts used within the application are service accounts (not a human being’s account). </a:t>
            </a:r>
          </a:p>
          <a:p>
            <a:pPr lvl="1">
              <a:buFont typeface="Courier New" panose="020B0604020202020204" pitchFamily="34" charset="0"/>
              <a:buChar char="o"/>
            </a:pPr>
            <a:r>
              <a:rPr lang="en-US" dirty="0">
                <a:ea typeface="+mn-lt"/>
                <a:cs typeface="+mn-lt"/>
              </a:rPr>
              <a:t>Have all people on your team use password managers and never reuse passwords. </a:t>
            </a:r>
          </a:p>
          <a:p>
            <a:pPr lvl="1">
              <a:buFont typeface="Courier New" panose="020B0604020202020204" pitchFamily="34" charset="0"/>
              <a:buChar char="o"/>
            </a:pPr>
            <a:r>
              <a:rPr lang="en-US" dirty="0">
                <a:ea typeface="+mn-lt"/>
                <a:cs typeface="+mn-lt"/>
              </a:rPr>
              <a:t>Turn on MFA for all important accounts.</a:t>
            </a:r>
          </a:p>
          <a:p>
            <a:pPr lvl="1">
              <a:buFont typeface="Courier New" panose="020B0604020202020204" pitchFamily="34" charset="0"/>
              <a:buChar char="o"/>
            </a:pPr>
            <a:r>
              <a:rPr lang="en-US" dirty="0">
                <a:ea typeface="+mn-lt"/>
                <a:cs typeface="+mn-lt"/>
              </a:rPr>
              <a:t>Do not force password changes on a schedule, but only after a breach or suspicious activity. </a:t>
            </a:r>
          </a:p>
          <a:p>
            <a:pPr lvl="1">
              <a:buFont typeface="Courier New" panose="020B0604020202020204" pitchFamily="34" charset="0"/>
              <a:buChar char="o"/>
            </a:pPr>
            <a:r>
              <a:rPr lang="en-US" dirty="0">
                <a:ea typeface="+mn-lt"/>
                <a:cs typeface="+mn-lt"/>
              </a:rPr>
              <a:t>Only allow public‑facing (internet) sites to be accessible via HTTPS. Redirect from HTTP to HTTPS. Ideally this would be applied to both internal and external applications. </a:t>
            </a:r>
          </a:p>
          <a:p>
            <a:pPr lvl="1">
              <a:buFont typeface="Courier New" panose="020B0604020202020204" pitchFamily="34" charset="0"/>
              <a:buChar char="o"/>
            </a:pPr>
            <a:r>
              <a:rPr lang="en-US" dirty="0">
                <a:ea typeface="+mn-lt"/>
                <a:cs typeface="+mn-lt"/>
              </a:rPr>
              <a:t>Ensure you are using the latest version of TLS for encryption</a:t>
            </a:r>
            <a:endParaRPr lang="en-US">
              <a:cs typeface="Calibri"/>
            </a:endParaRPr>
          </a:p>
        </p:txBody>
      </p:sp>
    </p:spTree>
    <p:extLst>
      <p:ext uri="{BB962C8B-B14F-4D97-AF65-F5344CB8AC3E}">
        <p14:creationId xmlns:p14="http://schemas.microsoft.com/office/powerpoint/2010/main" val="303716645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1A09DA-A3F8-0528-40D8-AB322D428E47}"/>
              </a:ext>
            </a:extLst>
          </p:cNvPr>
          <p:cNvSpPr>
            <a:spLocks noGrp="1"/>
          </p:cNvSpPr>
          <p:nvPr>
            <p:ph idx="1"/>
          </p:nvPr>
        </p:nvSpPr>
        <p:spPr>
          <a:xfrm>
            <a:off x="838200" y="546041"/>
            <a:ext cx="10515600" cy="5630922"/>
          </a:xfrm>
        </p:spPr>
        <p:txBody>
          <a:bodyPr vert="horz" lIns="91440" tIns="45720" rIns="91440" bIns="45720" rtlCol="0" anchor="t">
            <a:normAutofit/>
          </a:bodyPr>
          <a:lstStyle/>
          <a:p>
            <a:pPr lvl="1">
              <a:buFont typeface="Courier New" panose="020B0604020202020204" pitchFamily="34" charset="0"/>
              <a:buChar char="o"/>
            </a:pPr>
            <a:r>
              <a:rPr lang="en-US" dirty="0">
                <a:ea typeface="+mn-lt"/>
                <a:cs typeface="+mn-lt"/>
              </a:rPr>
              <a:t>If performing a file upload, ensure you are following the advice from OWASP for this highly risky activity.  </a:t>
            </a:r>
          </a:p>
          <a:p>
            <a:pPr lvl="1">
              <a:buFont typeface="Courier New" panose="020B0604020202020204" pitchFamily="34" charset="0"/>
              <a:buChar char="o"/>
            </a:pPr>
            <a:r>
              <a:rPr lang="en-US" dirty="0">
                <a:ea typeface="+mn-lt"/>
                <a:cs typeface="+mn-lt"/>
              </a:rPr>
              <a:t>Never put sensitive information in comments. This includes connection strings </a:t>
            </a:r>
            <a:r>
              <a:rPr lang="en-US">
                <a:ea typeface="+mn-lt"/>
                <a:cs typeface="+mn-lt"/>
              </a:rPr>
              <a:t>and passwords; those belong in a secret store.</a:t>
            </a:r>
          </a:p>
          <a:p>
            <a:pPr lvl="1">
              <a:buFont typeface="Courier New" panose="020B0604020202020204" pitchFamily="34" charset="0"/>
              <a:buChar char="o"/>
            </a:pPr>
            <a:r>
              <a:rPr lang="en-US" dirty="0">
                <a:ea typeface="+mn-lt"/>
                <a:cs typeface="+mn-lt"/>
              </a:rPr>
              <a:t>Ensure all errors are logged (but do not log sensitive information), and if any security errors happen, trigger an alert.</a:t>
            </a:r>
          </a:p>
          <a:p>
            <a:pPr lvl="1">
              <a:buFont typeface="Courier New" panose="020B0604020202020204" pitchFamily="34" charset="0"/>
              <a:buChar char="o"/>
            </a:pPr>
            <a:r>
              <a:rPr lang="en-US" dirty="0">
                <a:ea typeface="+mn-lt"/>
                <a:cs typeface="+mn-lt"/>
              </a:rPr>
              <a:t>Ensure all errors provide generic information to the user, never information from a stack trace, query fail, or other technically specific information.</a:t>
            </a:r>
          </a:p>
          <a:p>
            <a:pPr lvl="1">
              <a:buFont typeface="Courier New" panose="020B0604020202020204" pitchFamily="34" charset="0"/>
              <a:buChar char="o"/>
            </a:pPr>
            <a:r>
              <a:rPr lang="en-US" dirty="0">
                <a:ea typeface="+mn-lt"/>
                <a:cs typeface="+mn-lt"/>
              </a:rPr>
              <a:t>Define specifics on role‑based access in the project requirements. </a:t>
            </a:r>
          </a:p>
          <a:p>
            <a:pPr lvl="1">
              <a:buFont typeface="Courier New" panose="020B0604020202020204" pitchFamily="34" charset="0"/>
              <a:buChar char="o"/>
            </a:pPr>
            <a:r>
              <a:rPr lang="en-US" dirty="0">
                <a:ea typeface="+mn-lt"/>
                <a:cs typeface="+mn-lt"/>
              </a:rPr>
              <a:t>Ensure specifics on authentication methods and identity systems are defined </a:t>
            </a:r>
            <a:r>
              <a:rPr lang="en-US">
                <a:ea typeface="+mn-lt"/>
                <a:cs typeface="+mn-lt"/>
              </a:rPr>
              <a:t>in the project requirements. </a:t>
            </a:r>
          </a:p>
          <a:p>
            <a:pPr lvl="1">
              <a:buFont typeface="Courier New" panose="020B0604020202020204" pitchFamily="34" charset="0"/>
              <a:buChar char="o"/>
            </a:pPr>
            <a:r>
              <a:rPr lang="en-US" dirty="0">
                <a:ea typeface="+mn-lt"/>
                <a:cs typeface="+mn-lt"/>
              </a:rPr>
              <a:t>Only use parameterized queries, never inline SQL/NOSQL.</a:t>
            </a:r>
            <a:endParaRPr lang="en-US">
              <a:cs typeface="Calibri"/>
            </a:endParaRPr>
          </a:p>
        </p:txBody>
      </p:sp>
    </p:spTree>
    <p:extLst>
      <p:ext uri="{BB962C8B-B14F-4D97-AF65-F5344CB8AC3E}">
        <p14:creationId xmlns:p14="http://schemas.microsoft.com/office/powerpoint/2010/main" val="184887891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49</Slides>
  <Notes>6</Notes>
  <HiddenSlides>0</HiddenSlides>
  <MMClips>0</MMClips>
  <ScaleCrop>false</ScaleCrop>
  <HeadingPairs>
    <vt:vector size="4" baseType="variant">
      <vt:variant>
        <vt:lpstr>Theme</vt:lpstr>
      </vt:variant>
      <vt:variant>
        <vt:i4>1</vt:i4>
      </vt:variant>
      <vt:variant>
        <vt:lpstr>Slide Titles</vt:lpstr>
      </vt:variant>
      <vt:variant>
        <vt:i4>49</vt:i4>
      </vt:variant>
    </vt:vector>
  </HeadingPairs>
  <TitlesOfParts>
    <vt:vector size="50" baseType="lpstr">
      <vt:lpstr>office theme</vt:lpstr>
      <vt:lpstr>Secure Coding Practices </vt:lpstr>
      <vt:lpstr>Outline</vt:lpstr>
      <vt:lpstr>Outline</vt:lpstr>
      <vt:lpstr>Software Development Lifecycle</vt:lpstr>
      <vt:lpstr>Requirements</vt:lpstr>
      <vt:lpstr>Encryption</vt:lpstr>
      <vt:lpstr>PowerPoint Presentation</vt:lpstr>
      <vt:lpstr>Never Trust System Input </vt:lpstr>
      <vt:lpstr>PowerPoint Presentation</vt:lpstr>
      <vt:lpstr>PowerPoint Presentation</vt:lpstr>
      <vt:lpstr>Validation</vt:lpstr>
      <vt:lpstr>PowerPoint Presentation</vt:lpstr>
      <vt:lpstr>Encoding and Escaping</vt:lpstr>
      <vt:lpstr>PowerPoint Presentation</vt:lpstr>
      <vt:lpstr>Third-Party Components</vt:lpstr>
      <vt:lpstr>Strategies to evaluate third party components</vt:lpstr>
      <vt:lpstr>Security Headers: Seatbelts for Web Apps</vt:lpstr>
      <vt:lpstr>Different Security Headers</vt:lpstr>
      <vt:lpstr>X-XSS-Protection</vt:lpstr>
      <vt:lpstr>Securing Your Cookies, Passwords, Storage, and Other Important Decisions</vt:lpstr>
      <vt:lpstr>Techniques to secure cookies</vt:lpstr>
      <vt:lpstr>The secure flag</vt:lpstr>
      <vt:lpstr>The HttpOnly Flag</vt:lpstr>
      <vt:lpstr>Persistence </vt:lpstr>
      <vt:lpstr>Domain</vt:lpstr>
      <vt:lpstr>Path</vt:lpstr>
      <vt:lpstr>Same-Site</vt:lpstr>
      <vt:lpstr>Data Privacy</vt:lpstr>
      <vt:lpstr>Data Classification</vt:lpstr>
      <vt:lpstr>PowerPoint Presentation</vt:lpstr>
      <vt:lpstr>Passwords, Storage, and Other Important Decisions</vt:lpstr>
      <vt:lpstr>How to manage your passwords? (password manager)</vt:lpstr>
      <vt:lpstr>Secret stores</vt:lpstr>
      <vt:lpstr>Service accounts</vt:lpstr>
      <vt:lpstr>How to store password</vt:lpstr>
      <vt:lpstr>Some more precautions</vt:lpstr>
      <vt:lpstr>Rules for Passwords</vt:lpstr>
      <vt:lpstr>HTTPS Everywhere </vt:lpstr>
      <vt:lpstr>Framework Security Features</vt:lpstr>
      <vt:lpstr>File Uploads</vt:lpstr>
      <vt:lpstr>PowerPoint Presentation</vt:lpstr>
      <vt:lpstr>Errors and Logging</vt:lpstr>
      <vt:lpstr>PowerPoint Presentation</vt:lpstr>
      <vt:lpstr>Authorization and Authentication</vt:lpstr>
      <vt:lpstr>Parameterized Queries</vt:lpstr>
      <vt:lpstr>Least Privilege</vt:lpstr>
      <vt:lpstr>Requirements Checklist</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575</cp:revision>
  <dcterms:created xsi:type="dcterms:W3CDTF">2024-02-05T16:42:35Z</dcterms:created>
  <dcterms:modified xsi:type="dcterms:W3CDTF">2025-04-24T07:26:55Z</dcterms:modified>
</cp:coreProperties>
</file>